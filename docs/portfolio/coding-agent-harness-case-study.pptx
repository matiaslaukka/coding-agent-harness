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4de59a03dc49fa" /><Relationship Type="http://schemas.openxmlformats.org/officeDocument/2006/relationships/extended-properties" Target="/docProps/app.xml" Id="R2fb46cad5bb04026" /><Relationship Type="http://schemas.openxmlformats.org/officeDocument/2006/relationships/officeDocument" Target="/ppt/presentation.xml" Id="Rf651aa12f0314144" /></Relationships>
</file>

<file path=ppt/presentation.xml><?xml version="1.0" encoding="utf-8"?>
<p:presentation xmlns:p="http://schemas.openxmlformats.org/presentationml/2006/main">
  <p:sldMasterIdLst>
    <p:sldMasterId xmlns:r="http://schemas.openxmlformats.org/officeDocument/2006/relationships" id="2147483648" r:id="R078ec58fa73b45e6"/>
  </p:sldMasterIdLst>
  <p:notesMasterIdLst>
    <p:notesMasterId xmlns:r="http://schemas.openxmlformats.org/officeDocument/2006/relationships" r:id="R85b815ee9fa34bb5"/>
  </p:notesMasterIdLst>
  <p:sldIdLst>
    <p:sldId xmlns:r="http://schemas.openxmlformats.org/officeDocument/2006/relationships" id="256" r:id="Rcf419e3fb7484645"/>
    <p:sldId xmlns:r="http://schemas.openxmlformats.org/officeDocument/2006/relationships" id="257" r:id="Rbf7b921f76af4f1a"/>
    <p:sldId xmlns:r="http://schemas.openxmlformats.org/officeDocument/2006/relationships" id="258" r:id="R1fc008024cf3452c"/>
    <p:sldId xmlns:r="http://schemas.openxmlformats.org/officeDocument/2006/relationships" id="259" r:id="R0d46ab0c9b59462a"/>
    <p:sldId xmlns:r="http://schemas.openxmlformats.org/officeDocument/2006/relationships" id="260" r:id="R85b836326de240ab"/>
    <p:sldId xmlns:r="http://schemas.openxmlformats.org/officeDocument/2006/relationships" id="261" r:id="Racbc46157a974f59"/>
    <p:sldId xmlns:r="http://schemas.openxmlformats.org/officeDocument/2006/relationships" id="262" r:id="Reca8cdf4924f49c7"/>
    <p:sldId xmlns:r="http://schemas.openxmlformats.org/officeDocument/2006/relationships" id="263" r:id="R106a0432848843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bf63c6f118418e" /><Relationship Type="http://schemas.openxmlformats.org/officeDocument/2006/relationships/slideMaster" Target="/ppt/slideMasters/slideMaster1.xml" Id="R078ec58fa73b45e6" /><Relationship Type="http://schemas.openxmlformats.org/officeDocument/2006/relationships/notesMaster" Target="/ppt/notesMasters/notesMaster1.xml" Id="R85b815ee9fa34bb5" /><Relationship Type="http://schemas.openxmlformats.org/officeDocument/2006/relationships/presProps" Target="/ppt/presProps.xml" Id="Rae15494c86ed4dec" /><Relationship Type="http://schemas.openxmlformats.org/officeDocument/2006/relationships/tableStyles" Target="/ppt/tableStyles.xml" Id="R2bf5e2ce807f4fe1" /><Relationship Type="http://schemas.openxmlformats.org/officeDocument/2006/relationships/slide" Target="/ppt/slides/slide1.xml" Id="Rcf419e3fb7484645" /><Relationship Type="http://schemas.openxmlformats.org/officeDocument/2006/relationships/slide" Target="/ppt/slides/slide2.xml" Id="Rbf7b921f76af4f1a" /><Relationship Type="http://schemas.openxmlformats.org/officeDocument/2006/relationships/slide" Target="/ppt/slides/slide3.xml" Id="R1fc008024cf3452c" /><Relationship Type="http://schemas.openxmlformats.org/officeDocument/2006/relationships/slide" Target="/ppt/slides/slide4.xml" Id="R0d46ab0c9b59462a" /><Relationship Type="http://schemas.openxmlformats.org/officeDocument/2006/relationships/slide" Target="/ppt/slides/slide5.xml" Id="R85b836326de240ab" /><Relationship Type="http://schemas.openxmlformats.org/officeDocument/2006/relationships/slide" Target="/ppt/slides/slide6.xml" Id="Racbc46157a974f59" /><Relationship Type="http://schemas.openxmlformats.org/officeDocument/2006/relationships/slide" Target="/ppt/slides/slide7.xml" Id="Reca8cdf4924f49c7" /><Relationship Type="http://schemas.openxmlformats.org/officeDocument/2006/relationships/slide" Target="/ppt/slides/slide8.xml" Id="R106a0432848843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302a3f0a2347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e22d2bc6674a5e" /><Relationship Type="http://schemas.openxmlformats.org/officeDocument/2006/relationships/notesMaster" Target="/ppt/notesMasters/notesMaster1.xml" Id="R28fcbed937a247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4da513f7044e79" /><Relationship Type="http://schemas.openxmlformats.org/officeDocument/2006/relationships/notesMaster" Target="/ppt/notesMasters/notesMaster1.xml" Id="Rb48c558ad8b84e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a9d2187b1a48db" /><Relationship Type="http://schemas.openxmlformats.org/officeDocument/2006/relationships/notesMaster" Target="/ppt/notesMasters/notesMaster1.xml" Id="R53326e6e4de744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13d9e1613040b8" /><Relationship Type="http://schemas.openxmlformats.org/officeDocument/2006/relationships/notesMaster" Target="/ppt/notesMasters/notesMaster1.xml" Id="Re556b693f5f047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bfef656c6140fd" /><Relationship Type="http://schemas.openxmlformats.org/officeDocument/2006/relationships/notesMaster" Target="/ppt/notesMasters/notesMaster1.xml" Id="Rdd6c1d8f4f804d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733e6345c44217" /><Relationship Type="http://schemas.openxmlformats.org/officeDocument/2006/relationships/notesMaster" Target="/ppt/notesMasters/notesMaster1.xml" Id="R4bfd54f2ef2e44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4e3634a9e4477a" /><Relationship Type="http://schemas.openxmlformats.org/officeDocument/2006/relationships/notesMaster" Target="/ppt/notesMasters/notesMaster1.xml" Id="R89c50f7cc19d41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5f49c314c6411b" /><Relationship Type="http://schemas.openxmlformats.org/officeDocument/2006/relationships/notesMaster" Target="/ppt/notesMasters/notesMaster1.xml" Id="Rf75fb1d335b14e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of 8: Don’t trust completion. Verify it.</a:t>
            </a:r>
          </a:p>
          <a:p xmlns:a="http://schemas.openxmlformats.org/drawingml/2006/main">
            <a:r>
              <a:t>Timing: 30 seconds</a:t>
            </a:r>
          </a:p>
          <a:p xmlns:a="http://schemas.openxmlformats.org/drawingml/2006/main">
            <a:r>
              <a:t/>
            </a:r>
          </a:p>
          <a:p xmlns:a="http://schemas.openxmlformats.org/drawingml/2006/main">
            <a:r>
              <a:t>A convincing completion message cannot establish that the right files changed, meaningful checks passed, or someone authorized acceptance. Coding Agent Harness investigates that gap. It separates the worker’s account, independently collected observations, and the acceptance decision. Matias directed the project with substantial AI collaboration. The engineering story is how concrete failures sharpened those boundaries.</a:t>
            </a:r>
          </a:p>
          <a:p xmlns:a="http://schemas.openxmlformats.org/drawingml/2006/main">
            <a:r>
              <a:t/>
            </a:r>
          </a:p>
          <a:p xmlns:a="http://schemas.openxmlformats.org/drawingml/2006/main">
            <a:r>
              <a:t>Evidence and qualifications</a:t>
            </a:r>
          </a:p>
          <a:p xmlns:a="http://schemas.openxmlformats.org/drawingml/2006/main">
            <a:r>
              <a:t>The quoted worker claim is illustrative, not a real run quotation. Leadership is owner-reported (O); implementation behavior is verified (V). Independent collection means outside the worker self-report, not isolated permissions.</a:t>
            </a:r>
          </a:p>
          <a:p xmlns:a="http://schemas.openxmlformats.org/drawingml/2006/main">
            <a:r>
              <a:t/>
            </a:r>
          </a:p>
          <a:p xmlns:a="http://schemas.openxmlformats.org/drawingml/2006/main">
            <a:r>
              <a:t>Sources</a:t>
            </a:r>
          </a:p>
          <a:p xmlns:a="http://schemas.openxmlformats.org/drawingml/2006/main">
            <a:r>
              <a:t>https://github.com/MatiasLaukka/coding-agent-harness/blob/977a764cf399cdebf222b444af5d80d186a80878/coding_agent_harness/controller.py</a:t>
            </a:r>
          </a:p>
          <a:p xmlns:a="http://schemas.openxmlformats.org/drawingml/2006/main">
            <a:r>
              <a:t>https://github.com/MatiasLaukka/coding-agent-harness/blob/977a764cf399cdebf222b444af5d80d186a80878/coding_agent_harness/orchestrator.py</a:t>
            </a:r>
          </a:p>
          <a:p xmlns:a="http://schemas.openxmlformats.org/drawingml/2006/main">
            <a:r>
              <a:t>Portfolio documentation (repository-relative): README.md. The implementation links above remain pinned to the audited revision.</a:t>
            </a:r>
          </a:p>
          <a:p xmlns:a="http://schemas.openxmlformats.org/drawingml/2006/main">
            <a:r>
              <a:t>Attribution source: owner-provided background. Leadership is owner-reported; individual mechanism origin remains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of 8: Architecture and trust boundaries</a:t>
            </a:r>
          </a:p>
          <a:p xmlns:a="http://schemas.openxmlformats.org/drawingml/2006/main">
            <a:r>
              <a:t>Timing: 35 seconds</a:t>
            </a:r>
          </a:p>
          <a:p xmlns:a="http://schemas.openxmlformats.org/drawingml/2006/main">
            <a:r>
              <a:t/>
            </a:r>
          </a:p>
          <a:p xmlns:a="http://schemas.openxmlformats.org/drawingml/2006/main">
            <a:r>
              <a:t>Both paths execute a worker, capture Git evidence after it exits, and run caller-supplied checks. Collection is independent of the worker’s self-report, but processes share user permissions. The run command returns mechanical findings and readiness. The separate control workflow combines human requests, freshness checks, controller gates, and records. Direct library use also supports caller-supplied reviewers and scope revision. The human CLI is narrower.</a:t>
            </a:r>
          </a:p>
          <a:p xmlns:a="http://schemas.openxmlformats.org/drawingml/2006/main">
            <a:r>
              <a:t/>
            </a:r>
          </a:p>
          <a:p xmlns:a="http://schemas.openxmlformats.org/drawingml/2006/main">
            <a:r>
              <a:t>Evidence and qualifications</a:t>
            </a:r>
          </a:p>
          <a:p xmlns:a="http://schemas.openxmlformats.org/drawingml/2006/main">
            <a:r>
              <a:t>The common upper sequence is a conceptual summary implemented separately by run and controller paths. Control requires START and start-record publication before dispatch (shown on slide 6). Git capture precedes verification; control additionally checks freshness. Ready-for-review is not acceptance. There is no sandbox. Library audit events and control JSON records are distinct.</a:t>
            </a:r>
          </a:p>
          <a:p xmlns:a="http://schemas.openxmlformats.org/drawingml/2006/main">
            <a:r>
              <a:t/>
            </a:r>
          </a:p>
          <a:p xmlns:a="http://schemas.openxmlformats.org/drawingml/2006/main">
            <a:r>
              <a:t>Sources</a:t>
            </a:r>
          </a:p>
          <a:p xmlns:a="http://schemas.openxmlformats.org/drawingml/2006/main">
            <a:r>
              <a:t>https://github.com/MatiasLaukka/coding-agent-harness/blob/977a764cf399cdebf222b444af5d80d186a80878/coding_agent_harness/orchestrator.py#L81</a:t>
            </a:r>
          </a:p>
          <a:p xmlns:a="http://schemas.openxmlformats.org/drawingml/2006/main">
            <a:r>
              <a:t>https://github.com/MatiasLaukka/coding-agent-harness/blob/977a764cf399cdebf222b444af5d80d186a80878/coding_agent_harness/control.py</a:t>
            </a:r>
          </a:p>
          <a:p xmlns:a="http://schemas.openxmlformats.org/drawingml/2006/main">
            <a:r>
              <a:t>https://github.com/MatiasLaukka/coding-agent-harness/blob/977a764cf399cdebf222b444af5d80d186a80878/coding_agent_harness/human_review.py#L434</a:t>
            </a:r>
          </a:p>
          <a:p xmlns:a="http://schemas.openxmlformats.org/drawingml/2006/main">
            <a:r>
              <a:t>Portfolio documentation (repository-relative):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of 8: A reproducible offline workflow</a:t>
            </a:r>
          </a:p>
          <a:p xmlns:a="http://schemas.openxmlformats.org/drawingml/2006/main">
            <a:r>
              <a:t>Timing: 40 seconds</a:t>
            </a:r>
          </a:p>
          <a:p xmlns:a="http://schemas.openxmlformats.org/drawingml/2006/main">
            <a:r>
              <a:t/>
            </a:r>
          </a:p>
          <a:p xmlns:a="http://schemas.openxmlformats.org/drawingml/2006/main">
            <a:r>
              <a:t>Here is a reproducible example from the existing integration test. A task allows changes to existing.txt and new.txt. A synthetic Python subprocess edits the tracked file and creates the new one through the real worker adapter. The harness collects both paths and their patches. A separate verification process checks the exact contents. The test confirms ready-for-review, passing verification, no findings, unchanged HEAD, and an unstaged index. The diagram summarizes those assertions. This single test passed again at the verified baseline. There is no model call or reviewer acceptance.</a:t>
            </a:r>
          </a:p>
          <a:p xmlns:a="http://schemas.openxmlformats.org/drawingml/2006/main">
            <a:r>
              <a:t/>
            </a:r>
          </a:p>
          <a:p xmlns:a="http://schemas.openxmlformats.org/drawingml/2006/main">
            <a:r>
              <a:t>Evidence and qualifications</a:t>
            </a:r>
          </a:p>
          <a:p xmlns:a="http://schemas.openxmlformats.org/drawingml/2006/main">
            <a:r>
              <a:t>Actual test assertions were inspected and rerun successfully. Diagram is explanatory, not a terminal screenshot. The real worker adapter runs a synthetic Python executable. Reproduce in a clone of the pinned revision with Python 3.12+, Git, and project development dependencies installed. No acceptance event is claimed.</a:t>
            </a:r>
          </a:p>
          <a:p xmlns:a="http://schemas.openxmlformats.org/drawingml/2006/main">
            <a:r>
              <a:t/>
            </a:r>
          </a:p>
          <a:p xmlns:a="http://schemas.openxmlformats.org/drawingml/2006/main">
            <a:r>
              <a:t>Sources</a:t>
            </a:r>
          </a:p>
          <a:p xmlns:a="http://schemas.openxmlformats.org/drawingml/2006/main">
            <a:r>
              <a:t>https://github.com/MatiasLaukka/coding-agent-harness/blob/977a764cf399cdebf222b444af5d80d186a80878/tests/test_cli_integration.py#L11</a:t>
            </a:r>
          </a:p>
          <a:p xmlns:a="http://schemas.openxmlformats.org/drawingml/2006/main">
            <a:r>
              <a:t>https://github.com/MatiasLaukka/coding-agent-harness/blob/977a764cf399cdebf222b444af5d80d186a80878/coding_agent_harness/orchestrator.py#L81</a:t>
            </a:r>
          </a:p>
          <a:p xmlns:a="http://schemas.openxmlformats.org/drawingml/2006/main">
            <a:r>
              <a:t>Portfolio documentation (repository-relative): README.md, section “Try it without a model”.</a:t>
            </a:r>
          </a:p>
          <a:p xmlns:a="http://schemas.openxmlformats.org/drawingml/2006/main">
            <a:r>
              <a:t>Presentation preparation recorded one selected integration test passing on Windows/Python 3.12.14 on 21 October 2026 against a separate extraction of the pinned revision. This is separate from the historical suite counts; no model/provider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of 8: The first real problems</a:t>
            </a:r>
          </a:p>
          <a:p xmlns:a="http://schemas.openxmlformats.org/drawingml/2006/main">
            <a:r>
              <a:t>Timing: 40 seconds</a:t>
            </a:r>
          </a:p>
          <a:p xmlns:a="http://schemas.openxmlformats.org/drawingml/2006/main">
            <a:r>
              <a:t/>
            </a:r>
          </a:p>
          <a:p xmlns:a="http://schemas.openxmlformats.org/drawingml/2006/main">
            <a:r>
              <a:t>PR 1 reports Qwen writing completion files instead of emitting the required final response on stdout. That prompted a clearer output-channel contract. Later parser tests separately rejected ambiguous records. The reproduced rename case challenged evidence semantics: name-only output could omit a deleted source, allowing an out-of-scope deletion when only the destination was allowed. Disabling rename collapsing exposed both paths. Regressions cover staged, unstaged, and committed moves, plus controller, single-run, and handoff behavior.</a:t>
            </a:r>
          </a:p>
          <a:p xmlns:a="http://schemas.openxmlformats.org/drawingml/2006/main">
            <a:r>
              <a:t/>
            </a:r>
          </a:p>
          <a:p xmlns:a="http://schemas.openxmlformats.org/drawingml/2006/main">
            <a:r>
              <a:t>Evidence and qualifications</a:t>
            </a:r>
          </a:p>
          <a:p xmlns:a="http://schemas.openxmlformats.org/drawingml/2006/main">
            <a:r>
              <a:t>PR #1 circumstances are documented reports, not raw-run reinspection. Public PR text was rechecked on 21 October 2026. Rename source/destination assertions are in the pinned tests. Scope observes after writes and does not prevent them.</a:t>
            </a:r>
          </a:p>
          <a:p xmlns:a="http://schemas.openxmlformats.org/drawingml/2006/main">
            <a:r>
              <a:t/>
            </a:r>
          </a:p>
          <a:p xmlns:a="http://schemas.openxmlformats.org/drawingml/2006/main">
            <a:r>
              <a:t>Sources</a:t>
            </a:r>
          </a:p>
          <a:p xmlns:a="http://schemas.openxmlformats.org/drawingml/2006/main">
            <a:r>
              <a:t>https://github.com/MatiasLaukka/coding-agent-harness/pull/1</a:t>
            </a:r>
          </a:p>
          <a:p xmlns:a="http://schemas.openxmlformats.org/drawingml/2006/main">
            <a:r>
              <a:t>https://github.com/MatiasLaukka/coding-agent-harness/pull/4</a:t>
            </a:r>
          </a:p>
          <a:p xmlns:a="http://schemas.openxmlformats.org/drawingml/2006/main">
            <a:r>
              <a:t>https://github.com/MatiasLaukka/coding-agent-harness/blob/977a764cf399cdebf222b444af5d80d186a80878/coding_agent_harness/worker.py</a:t>
            </a:r>
          </a:p>
          <a:p xmlns:a="http://schemas.openxmlformats.org/drawingml/2006/main">
            <a:r>
              <a:t>https://github.com/MatiasLaukka/coding-agent-harness/blob/977a764cf399cdebf222b444af5d80d186a80878/coding_agent_harness/git.py#L1230</a:t>
            </a:r>
          </a:p>
          <a:p xmlns:a="http://schemas.openxmlformats.org/drawingml/2006/main">
            <a:r>
              <a:t>https://github.com/MatiasLaukka/coding-agent-harness/blob/977a764cf399cdebf222b444af5d80d186a80878/coding_agent_harness/git.py#L1431</a:t>
            </a:r>
          </a:p>
          <a:p xmlns:a="http://schemas.openxmlformats.org/drawingml/2006/main">
            <a:r>
              <a:t>https://github.com/MatiasLaukka/coding-agent-harness/blob/977a764cf399cdebf222b444af5d80d186a80878/tests/test_reliability_r2.py#L81</a:t>
            </a:r>
          </a:p>
          <a:p xmlns:a="http://schemas.openxmlformats.org/drawingml/2006/main">
            <a:r>
              <a:t>https://github.com/MatiasLaukka/coding-agent-harness/blob/977a764cf399cdebf222b444af5d80d186a80878/docs/reliability-r2-findings.md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of 8: Adversarial scrutiny: success after expiry</a:t>
            </a:r>
          </a:p>
          <a:p xmlns:a="http://schemas.openxmlformats.org/drawingml/2006/main">
            <a:r>
              <a:t>Timing: 45 seconds</a:t>
            </a:r>
          </a:p>
          <a:p xmlns:a="http://schemas.openxmlformats.org/drawingml/2006/main">
            <a:r>
              <a:t/>
            </a:r>
          </a:p>
          <a:p xmlns:a="http://schemas.openxmlformats.org/drawingml/2006/main">
            <a:r>
              <a:t>An earlier timeout fix bounded pipe collection and cleanup. Adversarial follow-up found another race: a delayed monitor could observe successful completion after expiry and accept it before checking time. This controlled-clock regression uses a 50-millisecond budget and a 400-millisecond observation. Exit zero and complete output remain true observations, while the result must still be timeout. The correction checks expiry before and after completion observations. Nine cases cover timing, controller actions, and verification expectations. The lesson is to test ordering at the failure boundary.</a:t>
            </a:r>
          </a:p>
          <a:p xmlns:a="http://schemas.openxmlformats.org/drawingml/2006/main">
            <a:r>
              <a:t/>
            </a:r>
          </a:p>
          <a:p xmlns:a="http://schemas.openxmlformats.org/drawingml/2006/main">
            <a:r>
              <a:t>Evidence and qualifications</a:t>
            </a:r>
          </a:p>
          <a:p xmlns:a="http://schemas.openxmlformats.org/drawingml/2006/main">
            <a:r>
              <a:t>The diagram uses synthetic clock values asserted in the regression, not a performance benchmark or real process timing. Nine cases = three monitor cases + three controller actions + three verification expectations. Current source/tests were inspected; those tests were not rerun during presentation creation. PR 6 reports the historical suite passed. Bounded waits do not establish OS containment.</a:t>
            </a:r>
          </a:p>
          <a:p xmlns:a="http://schemas.openxmlformats.org/drawingml/2006/main">
            <a:r>
              <a:t/>
            </a:r>
          </a:p>
          <a:p xmlns:a="http://schemas.openxmlformats.org/drawingml/2006/main">
            <a:r>
              <a:t>Sources</a:t>
            </a:r>
          </a:p>
          <a:p xmlns:a="http://schemas.openxmlformats.org/drawingml/2006/main">
            <a:r>
              <a:t>https://github.com/MatiasLaukka/coding-agent-harness/pull/6</a:t>
            </a:r>
          </a:p>
          <a:p xmlns:a="http://schemas.openxmlformats.org/drawingml/2006/main">
            <a:r>
              <a:t>https://github.com/MatiasLaukka/coding-agent-harness/commit/90bbe08481ad331fca0775f4de3fc4394201c09a</a:t>
            </a:r>
          </a:p>
          <a:p xmlns:a="http://schemas.openxmlformats.org/drawingml/2006/main">
            <a:r>
              <a:t>https://github.com/MatiasLaukka/coding-agent-harness/blob/977a764cf399cdebf222b444af5d80d186a80878/coding_agent_harness/process.py#L263</a:t>
            </a:r>
          </a:p>
          <a:p xmlns:a="http://schemas.openxmlformats.org/drawingml/2006/main">
            <a:r>
              <a:t>https://github.com/MatiasLaukka/coding-agent-harness/blob/977a764cf399cdebf222b444af5d80d186a80878/tests/test_reliability_r3.py#L739</a:t>
            </a:r>
          </a:p>
          <a:p xmlns:a="http://schemas.openxmlformats.org/drawingml/2006/main">
            <a:r>
              <a:t>https://github.com/MatiasLaukka/coding-agent-harness/blob/977a764cf399cdebf222b444af5d80d186a80878/tests/test_reliability_r3.py#L758</a:t>
            </a:r>
          </a:p>
          <a:p xmlns:a="http://schemas.openxmlformats.org/drawingml/2006/main">
            <a:r>
              <a:t>https://github.com/MatiasLaukka/coding-agent-harness/blob/977a764cf399cdebf222b444af5d80d186a80878/tests/test_reliability_r3.py#L776</a:t>
            </a:r>
          </a:p>
          <a:p xmlns:a="http://schemas.openxmlformats.org/drawingml/2006/main">
            <a:r>
              <a:t>https://github.com/MatiasLaukka/coding-agent-harness/blob/977a764cf399cdebf222b444af5d80d186a80878/tests/test_reliability_r3.py#L795</a:t>
            </a:r>
          </a:p>
          <a:p xmlns:a="http://schemas.openxmlformats.org/drawingml/2006/main">
            <a:r>
              <a:t>https://github.com/MatiasLaukka/coding-agent-harness/blob/977a764cf399cdebf222b444af5d80d186a80878/tests/test_reliability_r3.py#L884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of 8: Human authority and truthful evidence</a:t>
            </a:r>
          </a:p>
          <a:p xmlns:a="http://schemas.openxmlformats.org/drawingml/2006/main">
            <a:r>
              <a:t>Timing: 40 seconds</a:t>
            </a:r>
          </a:p>
          <a:p xmlns:a="http://schemas.openxmlformats.org/drawingml/2006/main">
            <a:r>
              <a:t/>
            </a:r>
          </a:p>
          <a:p xmlns:a="http://schemas.openxmlformats.org/drawingml/2006/main">
            <a:r>
              <a:t>Control requires a fresh START, a published start record, and the approved clean baseline before dispatch. Acceptance and remediation require fresh challenges and rationales. The CLI allows zero or one enabled remediation with fixed scope. After publishing the human request, final freshness must pass before the controller evaluates it. Records distinguish publication, observed receipt, and evidenced processing. A terminal-record failure cannot undo acceptance already returned. These are explicit authority boundaries, not authenticated or tamper-proof records.</a:t>
            </a:r>
          </a:p>
          <a:p xmlns:a="http://schemas.openxmlformats.org/drawingml/2006/main">
            <a:r>
              <a:t/>
            </a:r>
          </a:p>
          <a:p xmlns:a="http://schemas.openxmlformats.org/drawingml/2006/main">
            <a:r>
              <a:t>Evidence and qualifications</a:t>
            </a:r>
          </a:p>
          <a:p xmlns:a="http://schemas.openxmlformats.org/drawingml/2006/main">
            <a:r>
              <a:t>Control CLI default remediation budget is zero, maximum one. Library default is two additional invocations shared with scope revision. Review-entry freshness occurs before human review. STOP needs no fresh challenge. Saved records are not resume authority. Point-in-time checks are not an atomic lock, and all processes share user permissions.</a:t>
            </a:r>
          </a:p>
          <a:p xmlns:a="http://schemas.openxmlformats.org/drawingml/2006/main">
            <a:r>
              <a:t/>
            </a:r>
          </a:p>
          <a:p xmlns:a="http://schemas.openxmlformats.org/drawingml/2006/main">
            <a:r>
              <a:t>Sources</a:t>
            </a:r>
          </a:p>
          <a:p xmlns:a="http://schemas.openxmlformats.org/drawingml/2006/main">
            <a:r>
              <a:t>https://github.com/MatiasLaukka/coding-agent-harness/pull/9</a:t>
            </a:r>
          </a:p>
          <a:p xmlns:a="http://schemas.openxmlformats.org/drawingml/2006/main">
            <a:r>
              <a:t>https://github.com/MatiasLaukka/coding-agent-harness/blob/977a764cf399cdebf222b444af5d80d186a80878/coding_agent_harness/control.py#L243</a:t>
            </a:r>
          </a:p>
          <a:p xmlns:a="http://schemas.openxmlformats.org/drawingml/2006/main">
            <a:r>
              <a:t>https://github.com/MatiasLaukka/coding-agent-harness/blob/977a764cf399cdebf222b444af5d80d186a80878/coding_agent_harness/human_review.py#L434</a:t>
            </a:r>
          </a:p>
          <a:p xmlns:a="http://schemas.openxmlformats.org/drawingml/2006/main">
            <a:r>
              <a:t>https://github.com/MatiasLaukka/coding-agent-harness/blob/977a764cf399cdebf222b444af5d80d186a80878/coding_agent_harness/human_review.py#L506</a:t>
            </a:r>
          </a:p>
          <a:p xmlns:a="http://schemas.openxmlformats.org/drawingml/2006/main">
            <a:r>
              <a:t>Portfolio documentation (repository-relative):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of 8: What the evidence actually establishes</a:t>
            </a:r>
          </a:p>
          <a:p xmlns:a="http://schemas.openxmlformats.org/drawingml/2006/main">
            <a:r>
              <a:t>Timing: 40 seconds</a:t>
            </a:r>
          </a:p>
          <a:p xmlns:a="http://schemas.openxmlformats.org/drawingml/2006/main">
            <a:r>
              <a:t/>
            </a:r>
          </a:p>
          <a:p xmlns:a="http://schemas.openxmlformats.org/drawingml/2006/main">
            <a:r>
              <a:t>The two counts describe different evidence. An inspected archived log records 575 offline tests passing on Windows. PR 9 separately reports 123 tests and probes passing in a targeted AI-assisted review. Do not add them. The smaller historical note records one reported Qwen eligibility acceptance, with original feature tests still failing in advisory mode. It carries no repeatability claim. The offline demonstration just shown was rerun separately. None of this establishes production readiness, universal backend or console support, or semantic correctness beyond the configured checks.</a:t>
            </a:r>
          </a:p>
          <a:p xmlns:a="http://schemas.openxmlformats.org/drawingml/2006/main">
            <a:r>
              <a:t/>
            </a:r>
          </a:p>
          <a:p xmlns:a="http://schemas.openxmlformats.org/drawingml/2006/main">
            <a:r>
              <a:t>Evidence and qualifications</a:t>
            </a:r>
          </a:p>
          <a:p xmlns:a="http://schemas.openxmlformats.org/drawingml/2006/main">
            <a:r>
              <a:t>Counts are historical and not additive. The fresh single-test demonstration is separate from both counts. PR #9 distinguishes implementation validation from AI-assisted review; neither is an external human audit. PR #1 retains 18 original feature tests as advisory failures. Raw experiment artifacts were not inspected.</a:t>
            </a:r>
          </a:p>
          <a:p xmlns:a="http://schemas.openxmlformats.org/drawingml/2006/main">
            <a:r>
              <a:t/>
            </a:r>
          </a:p>
          <a:p xmlns:a="http://schemas.openxmlformats.org/drawingml/2006/main">
            <a:r>
              <a:t>Sources</a:t>
            </a:r>
          </a:p>
          <a:p xmlns:a="http://schemas.openxmlformats.org/drawingml/2006/main">
            <a:r>
              <a:t>https://github.com/MatiasLaukka/coding-agent-harness/pull/9</a:t>
            </a:r>
          </a:p>
          <a:p xmlns:a="http://schemas.openxmlformats.org/drawingml/2006/main">
            <a:r>
              <a:t>https://github.com/MatiasLaukka/coding-agent-harness/pull/1</a:t>
            </a:r>
          </a:p>
          <a:p xmlns:a="http://schemas.openxmlformats.org/drawingml/2006/main">
            <a:r>
              <a:t>Historical evidence: the documentation review inspected a Windows full-suite log, 575 passed. Historical run, not rerun for this presentation; see docs/portfolio-review.md.</a:t>
            </a:r>
          </a:p>
          <a:p xmlns:a="http://schemas.openxmlformats.org/drawingml/2006/main">
            <a:r>
              <a:t>Portfolio documentation (repository-relative): docs/portfolio-review.md, historical validation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of 8: Engineering contribution and lessons</a:t>
            </a:r>
          </a:p>
          <a:p xmlns:a="http://schemas.openxmlformats.org/drawingml/2006/main">
            <a:r>
              <a:t>Timing: 30 seconds</a:t>
            </a:r>
          </a:p>
          <a:p xmlns:a="http://schemas.openxmlformats.org/drawingml/2006/main">
            <a:r>
              <a:t/>
            </a:r>
          </a:p>
          <a:p xmlns:a="http://schemas.openxmlformats.org/drawingml/2006/main">
            <a:r>
              <a:t>Matias’s role was to frame the investigation, set requirements and review priorities, and decide what evidence supported acceptance. Architecture, implementation, investigation, and review involved extensive AI collaboration. Individual mechanism origin remains uncertain. The lessons are to inspect the evidence behind a gate, retain counterexamples as regressions, and narrow guarantees when necessary. Repeatable console and backend validation is a possible next step.</a:t>
            </a:r>
          </a:p>
          <a:p xmlns:a="http://schemas.openxmlformats.org/drawingml/2006/main">
            <a:r>
              <a:t/>
            </a:r>
          </a:p>
          <a:p xmlns:a="http://schemas.openxmlformats.org/drawingml/2006/main">
            <a:r>
              <a:t>Evidence and qualifications</a:t>
            </a:r>
          </a:p>
          <a:p xmlns:a="http://schemas.openxmlformats.org/drawingml/2006/main">
            <a:r>
              <a:t>Leadership is owner-reported (O), authorized by the current brief. Mechanism origin remains uncertain (U); do not say Matias personally invented or discovered each correction. AI collaboration is substantial (C), not a formal external human audit. Future validation is a possibility, not a committed roadmap.</a:t>
            </a:r>
          </a:p>
          <a:p xmlns:a="http://schemas.openxmlformats.org/drawingml/2006/main">
            <a:r>
              <a:t/>
            </a:r>
          </a:p>
          <a:p xmlns:a="http://schemas.openxmlformats.org/drawingml/2006/main">
            <a:r>
              <a:t>Sources</a:t>
            </a:r>
          </a:p>
          <a:p xmlns:a="http://schemas.openxmlformats.org/drawingml/2006/main">
            <a:r>
              <a:t>https://github.com/MatiasLaukka/coding-agent-harness/pull/8</a:t>
            </a:r>
          </a:p>
          <a:p xmlns:a="http://schemas.openxmlformats.org/drawingml/2006/main">
            <a:r>
              <a:t>https://github.com/MatiasLaukka/coding-agent-harness/blob/977a764cf399cdebf222b444af5d80d186a80878/coding_agent_harness/report.py</a:t>
            </a:r>
          </a:p>
          <a:p xmlns:a="http://schemas.openxmlformats.org/drawingml/2006/main">
            <a:r>
              <a:t>Portfolio documentation (repository-relative): README.md and docs/reports.md.</a:t>
            </a:r>
          </a:p>
          <a:p xmlns:a="http://schemas.openxmlformats.org/drawingml/2006/main">
            <a:r>
              <a:t>Attribution source: owner-provided background. Leadership is owner-reported; sole invention is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df66f46d0f42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f71a930e404b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bd98eb412a4c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b8cc9719084c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de25077fcd4a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7396f08da642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8C8FD9-AADF-4FDE-9FCF-56B33179F5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4E4B39-2EB4-410A-963E-652BEA8735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722A11-A163-47D2-8D20-56F4A3667F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BCF0EC-8865-44E4-9942-11224EB68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05933C-56DA-4CCD-8662-5E4A397517B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F48A5A-4EB4-4F90-BA61-264EE82227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B227BA-E47C-4586-8978-2EC9341FB0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3B0751-0D63-495E-9DBE-40310E22C2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1FEA05-8312-4D64-A627-274E8FEF23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646961-1F73-4B2C-A660-7B979DFCA1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5f0a3dde16446f" /><Relationship Type="http://schemas.openxmlformats.org/officeDocument/2006/relationships/slideLayout" Target="/ppt/slideLayouts/slideLayout1.xml" Id="R22387c496e25424c" /><Relationship Type="http://schemas.openxmlformats.org/officeDocument/2006/relationships/slideLayout" Target="/ppt/slideLayouts/slideLayout2.xml" Id="Red7246c07bb14300" /><Relationship Type="http://schemas.openxmlformats.org/officeDocument/2006/relationships/slideLayout" Target="/ppt/slideLayouts/slideLayout3.xml" Id="R288588dd0c254985" /><Relationship Type="http://schemas.openxmlformats.org/officeDocument/2006/relationships/slideLayout" Target="/ppt/slideLayouts/slideLayout4.xml" Id="Rf5b4da8a2b8f4c03" /><Relationship Type="http://schemas.openxmlformats.org/officeDocument/2006/relationships/slideLayout" Target="/ppt/slideLayouts/slideLayout5.xml" Id="R03a9499de5774e29" /><Relationship Type="http://schemas.openxmlformats.org/officeDocument/2006/relationships/slideLayout" Target="/ppt/slideLayouts/slideLayout6.xml" Id="Rec67288101754a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387c496e25424c"/>
    <p:sldLayoutId xmlns:r="http://schemas.openxmlformats.org/officeDocument/2006/relationships" id="2147483650" r:id="Red7246c07bb14300"/>
    <p:sldLayoutId xmlns:r="http://schemas.openxmlformats.org/officeDocument/2006/relationships" id="2147483651" r:id="R288588dd0c254985"/>
    <p:sldLayoutId xmlns:r="http://schemas.openxmlformats.org/officeDocument/2006/relationships" id="2147483652" r:id="Rf5b4da8a2b8f4c03"/>
    <p:sldLayoutId xmlns:r="http://schemas.openxmlformats.org/officeDocument/2006/relationships" id="2147483653" r:id="R03a9499de5774e29"/>
    <p:sldLayoutId xmlns:r="http://schemas.openxmlformats.org/officeDocument/2006/relationships" id="2147483654" r:id="Rec67288101754a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5ea67340534f28" /><Relationship Type="http://schemas.openxmlformats.org/officeDocument/2006/relationships/notesSlide" Target="/ppt/notesSlides/notesSlide1.xml" Id="Rec0abda2bd214b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ef7a634fee4616" /><Relationship Type="http://schemas.openxmlformats.org/officeDocument/2006/relationships/notesSlide" Target="/ppt/notesSlides/notesSlide2.xml" Id="R3ebc2c27496940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93842785f74ce9" /><Relationship Type="http://schemas.openxmlformats.org/officeDocument/2006/relationships/notesSlide" Target="/ppt/notesSlides/notesSlide3.xml" Id="R43a20ae9d6384e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73093370fb4d47" /><Relationship Type="http://schemas.openxmlformats.org/officeDocument/2006/relationships/notesSlide" Target="/ppt/notesSlides/notesSlide4.xml" Id="Rf9bfc744a30a4e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4dbb1f3c3e48b6" /><Relationship Type="http://schemas.openxmlformats.org/officeDocument/2006/relationships/notesSlide" Target="/ppt/notesSlides/notesSlide5.xml" Id="Rae14838686034a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53fa6840d854678" /><Relationship Type="http://schemas.openxmlformats.org/officeDocument/2006/relationships/notesSlide" Target="/ppt/notesSlides/notesSlide6.xml" Id="R774bfc76cf0340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fca30ff25d4714" /><Relationship Type="http://schemas.openxmlformats.org/officeDocument/2006/relationships/notesSlide" Target="/ppt/notesSlides/notesSlide7.xml" Id="R300a9e274e4642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92166a9ed04203" /><Relationship Type="http://schemas.openxmlformats.org/officeDocument/2006/relationships/notesSlide" Target="/ppt/notesSlides/notesSlide8.xml" Id="Re65fc33a35614793" /></Relationships>
</file>

<file path=ppt/slides/slide1.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32" name="text-1">
            <a:extLst xmlns:a="http://schemas.openxmlformats.org/drawingml/2006/main">
              <a:ext uri="{FF2B5EF4-FFF2-40B4-BE49-F238E27FC236}">
                <a16:creationId xmlns:a16="http://schemas.microsoft.com/office/drawing/2014/main" id="{9DB77E99-DDF1-4D77-9DE9-DC4DB8ECA250}"/>
              </a:ext>
            </a:extLst>
          </p:cNvPr>
          <p:cNvSpPr>
            <a:spLocks xmlns:a="http://schemas.openxmlformats.org/drawingml/2006/main" noGrp="1"/>
          </p:cNvSpPr>
          <p:nvPr/>
        </p:nvSpPr>
        <p:spPr>
          <a:xfrm xmlns:a="http://schemas.openxmlformats.org/drawingml/2006/main">
            <a:off x="609600" y="4953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BBC9D1"/>
                </a:solidFill>
                <a:latin typeface="Segoe UI"/>
                <a:ea typeface="Segoe UI"/>
                <a:cs typeface="Segoe UI"/>
              </a:defRPr>
            </a:defPPr>
            <a:lvl1pPr algn="l">
              <a:defRPr sz="1350" b="1">
                <a:solidFill>
                  <a:srgbClr val="BBC9D1"/>
                </a:solidFill>
                <a:latin typeface="Segoe UI"/>
                <a:ea typeface="Segoe UI"/>
                <a:cs typeface="Segoe UI"/>
              </a:defRPr>
            </a:lvl1pPr>
            <a:lvl2pPr algn="l">
              <a:defRPr sz="1350" b="1">
                <a:solidFill>
                  <a:srgbClr val="BBC9D1"/>
                </a:solidFill>
                <a:latin typeface="Segoe UI"/>
                <a:ea typeface="Segoe UI"/>
                <a:cs typeface="Segoe UI"/>
              </a:defRPr>
            </a:lvl2pPr>
            <a:lvl3pPr algn="l">
              <a:defRPr sz="1350" b="1">
                <a:solidFill>
                  <a:srgbClr val="BBC9D1"/>
                </a:solidFill>
                <a:latin typeface="Segoe UI"/>
                <a:ea typeface="Segoe UI"/>
                <a:cs typeface="Segoe UI"/>
              </a:defRPr>
            </a:lvl3pPr>
            <a:lvl4pPr algn="l">
              <a:defRPr sz="1350" b="1">
                <a:solidFill>
                  <a:srgbClr val="BBC9D1"/>
                </a:solidFill>
                <a:latin typeface="Segoe UI"/>
                <a:ea typeface="Segoe UI"/>
                <a:cs typeface="Segoe UI"/>
              </a:defRPr>
            </a:lvl4pPr>
            <a:lvl5pPr algn="l">
              <a:defRPr sz="1350" b="1">
                <a:solidFill>
                  <a:srgbClr val="BBC9D1"/>
                </a:solidFill>
                <a:latin typeface="Segoe UI"/>
                <a:ea typeface="Segoe UI"/>
                <a:cs typeface="Segoe UI"/>
              </a:defRPr>
            </a:lvl5pPr>
            <a:lvl6pPr algn="l">
              <a:defRPr sz="1350" b="1">
                <a:solidFill>
                  <a:srgbClr val="BBC9D1"/>
                </a:solidFill>
                <a:latin typeface="Segoe UI"/>
                <a:ea typeface="Segoe UI"/>
                <a:cs typeface="Segoe UI"/>
              </a:defRPr>
            </a:lvl6pPr>
            <a:lvl7pPr algn="l">
              <a:defRPr sz="1350" b="1">
                <a:solidFill>
                  <a:srgbClr val="BBC9D1"/>
                </a:solidFill>
                <a:latin typeface="Segoe UI"/>
                <a:ea typeface="Segoe UI"/>
                <a:cs typeface="Segoe UI"/>
              </a:defRPr>
            </a:lvl7pPr>
            <a:lvl8pPr algn="l">
              <a:defRPr sz="1350" b="1">
                <a:solidFill>
                  <a:srgbClr val="BBC9D1"/>
                </a:solidFill>
                <a:latin typeface="Segoe UI"/>
                <a:ea typeface="Segoe UI"/>
                <a:cs typeface="Segoe UI"/>
              </a:defRPr>
            </a:lvl8pPr>
            <a:lvl9pPr algn="l">
              <a:defRPr sz="1350" b="1">
                <a:solidFill>
                  <a:srgbClr val="BBC9D1"/>
                </a:solidFill>
                <a:latin typeface="Segoe UI"/>
                <a:ea typeface="Segoe UI"/>
                <a:cs typeface="Segoe UI"/>
              </a:defRPr>
            </a:lvl9pPr>
          </a:lstStyle>
          <a:p xmlns:a="http://schemas.openxmlformats.org/drawingml/2006/main">
            <a:pPr algn="l">
              <a:defRPr sz="1350" b="1">
                <a:solidFill>
                  <a:srgbClr val="BBC9D1"/>
                </a:solidFill>
                <a:latin typeface="Segoe UI"/>
                <a:ea typeface="Segoe UI"/>
                <a:cs typeface="Segoe UI"/>
              </a:defRPr>
            </a:pPr>
            <a:r>
              <a:rPr sz="1350" b="1">
                <a:solidFill>
                  <a:srgbClr val="BBC9D1"/>
                </a:solidFill>
                <a:latin typeface="Segoe UI"/>
                <a:ea typeface="Segoe UI"/>
                <a:cs typeface="Segoe UI"/>
              </a:rPr>
              <a:t>MATIAS LAUKKA  /  ENGINEERING CASE STUDY</a:t>
            </a:r>
          </a:p>
        </p:txBody>
      </p:sp>
      <p:sp>
        <p:nvSpPr>
          <p:cNvPr id="2" name="text-2">
            <a:extLst xmlns:a="http://schemas.openxmlformats.org/drawingml/2006/main">
              <a:ext uri="{FF2B5EF4-FFF2-40B4-BE49-F238E27FC236}">
                <a16:creationId xmlns:a16="http://schemas.microsoft.com/office/drawing/2014/main" id="{68D8B762-636A-46AE-AAEF-73EB87CF214C}"/>
              </a:ext>
            </a:extLst>
          </p:cNvPr>
          <p:cNvSpPr>
            <a:spLocks xmlns:a="http://schemas.openxmlformats.org/drawingml/2006/main" noGrp="1"/>
          </p:cNvSpPr>
          <p:nvPr/>
        </p:nvSpPr>
        <p:spPr>
          <a:xfrm xmlns:a="http://schemas.openxmlformats.org/drawingml/2006/main">
            <a:off x="609600" y="1362075"/>
            <a:ext cx="7000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800" b="1">
                <a:solidFill>
                  <a:srgbClr val="F2F6F8"/>
                </a:solidFill>
                <a:latin typeface="Segoe UI"/>
                <a:ea typeface="Segoe UI"/>
                <a:cs typeface="Segoe UI"/>
              </a:defRPr>
            </a:defPPr>
            <a:lvl1pPr algn="l">
              <a:defRPr sz="4800" b="1">
                <a:solidFill>
                  <a:srgbClr val="F2F6F8"/>
                </a:solidFill>
                <a:latin typeface="Segoe UI"/>
                <a:ea typeface="Segoe UI"/>
                <a:cs typeface="Segoe UI"/>
              </a:defRPr>
            </a:lvl1pPr>
            <a:lvl2pPr algn="l">
              <a:defRPr sz="4800" b="1">
                <a:solidFill>
                  <a:srgbClr val="F2F6F8"/>
                </a:solidFill>
                <a:latin typeface="Segoe UI"/>
                <a:ea typeface="Segoe UI"/>
                <a:cs typeface="Segoe UI"/>
              </a:defRPr>
            </a:lvl2pPr>
            <a:lvl3pPr algn="l">
              <a:defRPr sz="4800" b="1">
                <a:solidFill>
                  <a:srgbClr val="F2F6F8"/>
                </a:solidFill>
                <a:latin typeface="Segoe UI"/>
                <a:ea typeface="Segoe UI"/>
                <a:cs typeface="Segoe UI"/>
              </a:defRPr>
            </a:lvl3pPr>
            <a:lvl4pPr algn="l">
              <a:defRPr sz="4800" b="1">
                <a:solidFill>
                  <a:srgbClr val="F2F6F8"/>
                </a:solidFill>
                <a:latin typeface="Segoe UI"/>
                <a:ea typeface="Segoe UI"/>
                <a:cs typeface="Segoe UI"/>
              </a:defRPr>
            </a:lvl4pPr>
            <a:lvl5pPr algn="l">
              <a:defRPr sz="4800" b="1">
                <a:solidFill>
                  <a:srgbClr val="F2F6F8"/>
                </a:solidFill>
                <a:latin typeface="Segoe UI"/>
                <a:ea typeface="Segoe UI"/>
                <a:cs typeface="Segoe UI"/>
              </a:defRPr>
            </a:lvl5pPr>
            <a:lvl6pPr algn="l">
              <a:defRPr sz="4800" b="1">
                <a:solidFill>
                  <a:srgbClr val="F2F6F8"/>
                </a:solidFill>
                <a:latin typeface="Segoe UI"/>
                <a:ea typeface="Segoe UI"/>
                <a:cs typeface="Segoe UI"/>
              </a:defRPr>
            </a:lvl6pPr>
            <a:lvl7pPr algn="l">
              <a:defRPr sz="4800" b="1">
                <a:solidFill>
                  <a:srgbClr val="F2F6F8"/>
                </a:solidFill>
                <a:latin typeface="Segoe UI"/>
                <a:ea typeface="Segoe UI"/>
                <a:cs typeface="Segoe UI"/>
              </a:defRPr>
            </a:lvl7pPr>
            <a:lvl8pPr algn="l">
              <a:defRPr sz="4800" b="1">
                <a:solidFill>
                  <a:srgbClr val="F2F6F8"/>
                </a:solidFill>
                <a:latin typeface="Segoe UI"/>
                <a:ea typeface="Segoe UI"/>
                <a:cs typeface="Segoe UI"/>
              </a:defRPr>
            </a:lvl8pPr>
            <a:lvl9pPr algn="l">
              <a:defRPr sz="4800" b="1">
                <a:solidFill>
                  <a:srgbClr val="F2F6F8"/>
                </a:solidFill>
                <a:latin typeface="Segoe UI"/>
                <a:ea typeface="Segoe UI"/>
                <a:cs typeface="Segoe UI"/>
              </a:defRPr>
            </a:lvl9pPr>
          </a:lstStyle>
          <a:p xmlns:a="http://schemas.openxmlformats.org/drawingml/2006/main">
            <a:pPr algn="l">
              <a:defRPr sz="4800" b="1">
                <a:solidFill>
                  <a:srgbClr val="F2F6F8"/>
                </a:solidFill>
                <a:latin typeface="Segoe UI"/>
                <a:ea typeface="Segoe UI"/>
                <a:cs typeface="Segoe UI"/>
              </a:defRPr>
            </a:pPr>
            <a:r>
              <a:rPr sz="4800" b="1">
                <a:solidFill>
                  <a:srgbClr val="F2F6F8"/>
                </a:solidFill>
                <a:latin typeface="Segoe UI"/>
                <a:ea typeface="Segoe UI"/>
                <a:cs typeface="Segoe UI"/>
              </a:rPr>
              <a:t>Don’t trust completion.</a:t>
            </a:r>
          </a:p>
          <a:p xmlns:a="http://schemas.openxmlformats.org/drawingml/2006/main">
            <a:pPr algn="l">
              <a:defRPr sz="4800" b="1">
                <a:solidFill>
                  <a:srgbClr val="F2F6F8"/>
                </a:solidFill>
                <a:latin typeface="Segoe UI"/>
                <a:ea typeface="Segoe UI"/>
                <a:cs typeface="Segoe UI"/>
              </a:defRPr>
            </a:pPr>
            <a:r>
              <a:rPr sz="4800" b="1">
                <a:solidFill>
                  <a:srgbClr val="F2F6F8"/>
                </a:solidFill>
                <a:latin typeface="Segoe UI"/>
                <a:ea typeface="Segoe UI"/>
                <a:cs typeface="Segoe UI"/>
              </a:rPr>
              <a:t>Verify it.</a:t>
            </a:r>
          </a:p>
        </p:txBody>
      </p:sp>
      <p:sp>
        <p:nvSpPr>
          <p:cNvPr id="3" name="text-3">
            <a:extLst xmlns:a="http://schemas.openxmlformats.org/drawingml/2006/main">
              <a:ext uri="{FF2B5EF4-FFF2-40B4-BE49-F238E27FC236}">
                <a16:creationId xmlns:a16="http://schemas.microsoft.com/office/drawing/2014/main" id="{743C087B-1D45-448B-BF59-11D34F490C58}"/>
              </a:ext>
            </a:extLst>
          </p:cNvPr>
          <p:cNvSpPr>
            <a:spLocks xmlns:a="http://schemas.openxmlformats.org/drawingml/2006/main" noGrp="1"/>
          </p:cNvSpPr>
          <p:nvPr/>
        </p:nvSpPr>
        <p:spPr>
          <a:xfrm xmlns:a="http://schemas.openxmlformats.org/drawingml/2006/main">
            <a:off x="609600" y="36861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6DE0CE"/>
                </a:solidFill>
                <a:latin typeface="Segoe UI"/>
                <a:ea typeface="Segoe UI"/>
                <a:cs typeface="Segoe UI"/>
              </a:defRPr>
            </a:defPPr>
            <a:lvl1pPr algn="l">
              <a:defRPr sz="2550" b="1">
                <a:solidFill>
                  <a:srgbClr val="6DE0CE"/>
                </a:solidFill>
                <a:latin typeface="Segoe UI"/>
                <a:ea typeface="Segoe UI"/>
                <a:cs typeface="Segoe UI"/>
              </a:defRPr>
            </a:lvl1pPr>
            <a:lvl2pPr algn="l">
              <a:defRPr sz="2550" b="1">
                <a:solidFill>
                  <a:srgbClr val="6DE0CE"/>
                </a:solidFill>
                <a:latin typeface="Segoe UI"/>
                <a:ea typeface="Segoe UI"/>
                <a:cs typeface="Segoe UI"/>
              </a:defRPr>
            </a:lvl2pPr>
            <a:lvl3pPr algn="l">
              <a:defRPr sz="2550" b="1">
                <a:solidFill>
                  <a:srgbClr val="6DE0CE"/>
                </a:solidFill>
                <a:latin typeface="Segoe UI"/>
                <a:ea typeface="Segoe UI"/>
                <a:cs typeface="Segoe UI"/>
              </a:defRPr>
            </a:lvl3pPr>
            <a:lvl4pPr algn="l">
              <a:defRPr sz="2550" b="1">
                <a:solidFill>
                  <a:srgbClr val="6DE0CE"/>
                </a:solidFill>
                <a:latin typeface="Segoe UI"/>
                <a:ea typeface="Segoe UI"/>
                <a:cs typeface="Segoe UI"/>
              </a:defRPr>
            </a:lvl4pPr>
            <a:lvl5pPr algn="l">
              <a:defRPr sz="2550" b="1">
                <a:solidFill>
                  <a:srgbClr val="6DE0CE"/>
                </a:solidFill>
                <a:latin typeface="Segoe UI"/>
                <a:ea typeface="Segoe UI"/>
                <a:cs typeface="Segoe UI"/>
              </a:defRPr>
            </a:lvl5pPr>
            <a:lvl6pPr algn="l">
              <a:defRPr sz="2550" b="1">
                <a:solidFill>
                  <a:srgbClr val="6DE0CE"/>
                </a:solidFill>
                <a:latin typeface="Segoe UI"/>
                <a:ea typeface="Segoe UI"/>
                <a:cs typeface="Segoe UI"/>
              </a:defRPr>
            </a:lvl6pPr>
            <a:lvl7pPr algn="l">
              <a:defRPr sz="2550" b="1">
                <a:solidFill>
                  <a:srgbClr val="6DE0CE"/>
                </a:solidFill>
                <a:latin typeface="Segoe UI"/>
                <a:ea typeface="Segoe UI"/>
                <a:cs typeface="Segoe UI"/>
              </a:defRPr>
            </a:lvl7pPr>
            <a:lvl8pPr algn="l">
              <a:defRPr sz="2550" b="1">
                <a:solidFill>
                  <a:srgbClr val="6DE0CE"/>
                </a:solidFill>
                <a:latin typeface="Segoe UI"/>
                <a:ea typeface="Segoe UI"/>
                <a:cs typeface="Segoe UI"/>
              </a:defRPr>
            </a:lvl8pPr>
            <a:lvl9pPr algn="l">
              <a:defRPr sz="2550" b="1">
                <a:solidFill>
                  <a:srgbClr val="6DE0CE"/>
                </a:solidFill>
                <a:latin typeface="Segoe UI"/>
                <a:ea typeface="Segoe UI"/>
                <a:cs typeface="Segoe UI"/>
              </a:defRPr>
            </a:lvl9pPr>
          </a:lstStyle>
          <a:p xmlns:a="http://schemas.openxmlformats.org/drawingml/2006/main">
            <a:pPr algn="l">
              <a:defRPr sz="2550" b="1">
                <a:solidFill>
                  <a:srgbClr val="6DE0CE"/>
                </a:solidFill>
                <a:latin typeface="Segoe UI"/>
                <a:ea typeface="Segoe UI"/>
                <a:cs typeface="Segoe UI"/>
              </a:defRPr>
            </a:pPr>
            <a:r>
              <a:rPr sz="2550" b="1">
                <a:solidFill>
                  <a:srgbClr val="6DE0CE"/>
                </a:solidFill>
                <a:latin typeface="Segoe UI"/>
                <a:ea typeface="Segoe UI"/>
                <a:cs typeface="Segoe UI"/>
              </a:rPr>
              <a:t>Coding Agent Harness</a:t>
            </a:r>
          </a:p>
        </p:txBody>
      </p:sp>
      <p:sp>
        <p:nvSpPr>
          <p:cNvPr id="4" name="text-4">
            <a:extLst xmlns:a="http://schemas.openxmlformats.org/drawingml/2006/main">
              <a:ext uri="{FF2B5EF4-FFF2-40B4-BE49-F238E27FC236}">
                <a16:creationId xmlns:a16="http://schemas.microsoft.com/office/drawing/2014/main" id="{0271B66F-EB18-403D-A0C8-B3319CCB4951}"/>
              </a:ext>
            </a:extLst>
          </p:cNvPr>
          <p:cNvSpPr>
            <a:spLocks xmlns:a="http://schemas.openxmlformats.org/drawingml/2006/main" noGrp="1"/>
          </p:cNvSpPr>
          <p:nvPr/>
        </p:nvSpPr>
        <p:spPr>
          <a:xfrm xmlns:a="http://schemas.openxmlformats.org/drawingml/2006/main">
            <a:off x="609600" y="4352925"/>
            <a:ext cx="609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BC9D1"/>
                </a:solidFill>
                <a:latin typeface="Segoe UI"/>
                <a:ea typeface="Segoe UI"/>
                <a:cs typeface="Segoe UI"/>
              </a:defRPr>
            </a:defPPr>
            <a:lvl1pPr algn="l">
              <a:defRPr sz="2100" b="0">
                <a:solidFill>
                  <a:srgbClr val="BBC9D1"/>
                </a:solidFill>
                <a:latin typeface="Segoe UI"/>
                <a:ea typeface="Segoe UI"/>
                <a:cs typeface="Segoe UI"/>
              </a:defRPr>
            </a:lvl1pPr>
            <a:lvl2pPr algn="l">
              <a:defRPr sz="2100" b="0">
                <a:solidFill>
                  <a:srgbClr val="BBC9D1"/>
                </a:solidFill>
                <a:latin typeface="Segoe UI"/>
                <a:ea typeface="Segoe UI"/>
                <a:cs typeface="Segoe UI"/>
              </a:defRPr>
            </a:lvl2pPr>
            <a:lvl3pPr algn="l">
              <a:defRPr sz="2100" b="0">
                <a:solidFill>
                  <a:srgbClr val="BBC9D1"/>
                </a:solidFill>
                <a:latin typeface="Segoe UI"/>
                <a:ea typeface="Segoe UI"/>
                <a:cs typeface="Segoe UI"/>
              </a:defRPr>
            </a:lvl3pPr>
            <a:lvl4pPr algn="l">
              <a:defRPr sz="2100" b="0">
                <a:solidFill>
                  <a:srgbClr val="BBC9D1"/>
                </a:solidFill>
                <a:latin typeface="Segoe UI"/>
                <a:ea typeface="Segoe UI"/>
                <a:cs typeface="Segoe UI"/>
              </a:defRPr>
            </a:lvl4pPr>
            <a:lvl5pPr algn="l">
              <a:defRPr sz="2100" b="0">
                <a:solidFill>
                  <a:srgbClr val="BBC9D1"/>
                </a:solidFill>
                <a:latin typeface="Segoe UI"/>
                <a:ea typeface="Segoe UI"/>
                <a:cs typeface="Segoe UI"/>
              </a:defRPr>
            </a:lvl5pPr>
            <a:lvl6pPr algn="l">
              <a:defRPr sz="2100" b="0">
                <a:solidFill>
                  <a:srgbClr val="BBC9D1"/>
                </a:solidFill>
                <a:latin typeface="Segoe UI"/>
                <a:ea typeface="Segoe UI"/>
                <a:cs typeface="Segoe UI"/>
              </a:defRPr>
            </a:lvl6pPr>
            <a:lvl7pPr algn="l">
              <a:defRPr sz="2100" b="0">
                <a:solidFill>
                  <a:srgbClr val="BBC9D1"/>
                </a:solidFill>
                <a:latin typeface="Segoe UI"/>
                <a:ea typeface="Segoe UI"/>
                <a:cs typeface="Segoe UI"/>
              </a:defRPr>
            </a:lvl7pPr>
            <a:lvl8pPr algn="l">
              <a:defRPr sz="2100" b="0">
                <a:solidFill>
                  <a:srgbClr val="BBC9D1"/>
                </a:solidFill>
                <a:latin typeface="Segoe UI"/>
                <a:ea typeface="Segoe UI"/>
                <a:cs typeface="Segoe UI"/>
              </a:defRPr>
            </a:lvl8pPr>
            <a:lvl9pPr algn="l">
              <a:defRPr sz="2100" b="0">
                <a:solidFill>
                  <a:srgbClr val="BBC9D1"/>
                </a:solidFill>
                <a:latin typeface="Segoe UI"/>
                <a:ea typeface="Segoe UI"/>
                <a:cs typeface="Segoe UI"/>
              </a:defRPr>
            </a:lvl9pPr>
          </a:lstStyle>
          <a:p xmlns:a="http://schemas.openxmlformats.org/drawingml/2006/main">
            <a:pPr algn="l">
              <a:defRPr sz="2100" b="0">
                <a:solidFill>
                  <a:srgbClr val="BBC9D1"/>
                </a:solidFill>
                <a:latin typeface="Segoe UI"/>
                <a:ea typeface="Segoe UI"/>
                <a:cs typeface="Segoe UI"/>
              </a:defRPr>
            </a:pPr>
            <a:r>
              <a:rPr sz="2100" b="0">
                <a:solidFill>
                  <a:srgbClr val="BBC9D1"/>
                </a:solidFill>
                <a:latin typeface="Segoe UI"/>
                <a:ea typeface="Segoe UI"/>
                <a:cs typeface="Segoe UI"/>
              </a:rPr>
              <a:t>A controlled coding-agent experiment</a:t>
            </a:r>
          </a:p>
          <a:p xmlns:a="http://schemas.openxmlformats.org/drawingml/2006/main">
            <a:pPr algn="l">
              <a:defRPr sz="2100" b="0">
                <a:solidFill>
                  <a:srgbClr val="BBC9D1"/>
                </a:solidFill>
                <a:latin typeface="Segoe UI"/>
                <a:ea typeface="Segoe UI"/>
                <a:cs typeface="Segoe UI"/>
              </a:defRPr>
            </a:pPr>
            <a:r>
              <a:rPr sz="2100" b="0">
                <a:solidFill>
                  <a:srgbClr val="BBC9D1"/>
                </a:solidFill>
                <a:latin typeface="Segoe UI"/>
                <a:ea typeface="Segoe UI"/>
                <a:cs typeface="Segoe UI"/>
              </a:rPr>
              <a:t>built around observable evidence</a:t>
            </a:r>
          </a:p>
          <a:p xmlns:a="http://schemas.openxmlformats.org/drawingml/2006/main">
            <a:pPr algn="l">
              <a:defRPr sz="2100" b="0">
                <a:solidFill>
                  <a:srgbClr val="BBC9D1"/>
                </a:solidFill>
                <a:latin typeface="Segoe UI"/>
                <a:ea typeface="Segoe UI"/>
                <a:cs typeface="Segoe UI"/>
              </a:defRPr>
            </a:pPr>
            <a:r>
              <a:rPr sz="2100" b="0">
                <a:solidFill>
                  <a:srgbClr val="BBC9D1"/>
                </a:solidFill>
                <a:latin typeface="Segoe UI"/>
                <a:ea typeface="Segoe UI"/>
                <a:cs typeface="Segoe UI"/>
              </a:rPr>
              <a:t>and explicit acceptance.</a:t>
            </a:r>
          </a:p>
        </p:txBody>
      </p:sp>
      <p:sp>
        <p:nvSpPr>
          <p:cNvPr id="5" name="text-5">
            <a:extLst xmlns:a="http://schemas.openxmlformats.org/drawingml/2006/main">
              <a:ext uri="{FF2B5EF4-FFF2-40B4-BE49-F238E27FC236}">
                <a16:creationId xmlns:a16="http://schemas.microsoft.com/office/drawing/2014/main" id="{1963AC10-86EA-431F-BBFC-C28A0CBBF731}"/>
              </a:ext>
            </a:extLst>
          </p:cNvPr>
          <p:cNvSpPr>
            <a:spLocks xmlns:a="http://schemas.openxmlformats.org/drawingml/2006/main" noGrp="1"/>
          </p:cNvSpPr>
          <p:nvPr/>
        </p:nvSpPr>
        <p:spPr>
          <a:xfrm xmlns:a="http://schemas.openxmlformats.org/drawingml/2006/main">
            <a:off x="7886700" y="16668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BBC9D1"/>
                </a:solidFill>
                <a:latin typeface="Segoe UI"/>
                <a:ea typeface="Segoe UI"/>
                <a:cs typeface="Segoe UI"/>
              </a:defRPr>
            </a:defPPr>
            <a:lvl1pPr algn="l">
              <a:defRPr sz="1350" b="1">
                <a:solidFill>
                  <a:srgbClr val="BBC9D1"/>
                </a:solidFill>
                <a:latin typeface="Segoe UI"/>
                <a:ea typeface="Segoe UI"/>
                <a:cs typeface="Segoe UI"/>
              </a:defRPr>
            </a:lvl1pPr>
            <a:lvl2pPr algn="l">
              <a:defRPr sz="1350" b="1">
                <a:solidFill>
                  <a:srgbClr val="BBC9D1"/>
                </a:solidFill>
                <a:latin typeface="Segoe UI"/>
                <a:ea typeface="Segoe UI"/>
                <a:cs typeface="Segoe UI"/>
              </a:defRPr>
            </a:lvl2pPr>
            <a:lvl3pPr algn="l">
              <a:defRPr sz="1350" b="1">
                <a:solidFill>
                  <a:srgbClr val="BBC9D1"/>
                </a:solidFill>
                <a:latin typeface="Segoe UI"/>
                <a:ea typeface="Segoe UI"/>
                <a:cs typeface="Segoe UI"/>
              </a:defRPr>
            </a:lvl3pPr>
            <a:lvl4pPr algn="l">
              <a:defRPr sz="1350" b="1">
                <a:solidFill>
                  <a:srgbClr val="BBC9D1"/>
                </a:solidFill>
                <a:latin typeface="Segoe UI"/>
                <a:ea typeface="Segoe UI"/>
                <a:cs typeface="Segoe UI"/>
              </a:defRPr>
            </a:lvl4pPr>
            <a:lvl5pPr algn="l">
              <a:defRPr sz="1350" b="1">
                <a:solidFill>
                  <a:srgbClr val="BBC9D1"/>
                </a:solidFill>
                <a:latin typeface="Segoe UI"/>
                <a:ea typeface="Segoe UI"/>
                <a:cs typeface="Segoe UI"/>
              </a:defRPr>
            </a:lvl5pPr>
            <a:lvl6pPr algn="l">
              <a:defRPr sz="1350" b="1">
                <a:solidFill>
                  <a:srgbClr val="BBC9D1"/>
                </a:solidFill>
                <a:latin typeface="Segoe UI"/>
                <a:ea typeface="Segoe UI"/>
                <a:cs typeface="Segoe UI"/>
              </a:defRPr>
            </a:lvl6pPr>
            <a:lvl7pPr algn="l">
              <a:defRPr sz="1350" b="1">
                <a:solidFill>
                  <a:srgbClr val="BBC9D1"/>
                </a:solidFill>
                <a:latin typeface="Segoe UI"/>
                <a:ea typeface="Segoe UI"/>
                <a:cs typeface="Segoe UI"/>
              </a:defRPr>
            </a:lvl7pPr>
            <a:lvl8pPr algn="l">
              <a:defRPr sz="1350" b="1">
                <a:solidFill>
                  <a:srgbClr val="BBC9D1"/>
                </a:solidFill>
                <a:latin typeface="Segoe UI"/>
                <a:ea typeface="Segoe UI"/>
                <a:cs typeface="Segoe UI"/>
              </a:defRPr>
            </a:lvl8pPr>
            <a:lvl9pPr algn="l">
              <a:defRPr sz="1350" b="1">
                <a:solidFill>
                  <a:srgbClr val="BBC9D1"/>
                </a:solidFill>
                <a:latin typeface="Segoe UI"/>
                <a:ea typeface="Segoe UI"/>
                <a:cs typeface="Segoe UI"/>
              </a:defRPr>
            </a:lvl9pPr>
          </a:lstStyle>
          <a:p xmlns:a="http://schemas.openxmlformats.org/drawingml/2006/main">
            <a:pPr algn="l">
              <a:defRPr sz="1350" b="1">
                <a:solidFill>
                  <a:srgbClr val="BBC9D1"/>
                </a:solidFill>
                <a:latin typeface="Segoe UI"/>
                <a:ea typeface="Segoe UI"/>
                <a:cs typeface="Segoe UI"/>
              </a:defRPr>
            </a:pPr>
            <a:r>
              <a:rPr sz="1350" b="1">
                <a:solidFill>
                  <a:srgbClr val="BBC9D1"/>
                </a:solidFill>
                <a:latin typeface="Segoe UI"/>
                <a:ea typeface="Segoe UI"/>
                <a:cs typeface="Segoe UI"/>
              </a:rPr>
              <a:t>WORKER CLAIM</a:t>
            </a:r>
          </a:p>
        </p:txBody>
      </p:sp>
      <p:sp>
        <p:nvSpPr>
          <p:cNvPr id="6" name="text-6">
            <a:extLst xmlns:a="http://schemas.openxmlformats.org/drawingml/2006/main">
              <a:ext uri="{FF2B5EF4-FFF2-40B4-BE49-F238E27FC236}">
                <a16:creationId xmlns:a16="http://schemas.microsoft.com/office/drawing/2014/main" id="{5F7AC34C-D0E3-4A6D-A560-A50745A0480A}"/>
              </a:ext>
            </a:extLst>
          </p:cNvPr>
          <p:cNvSpPr>
            <a:spLocks xmlns:a="http://schemas.openxmlformats.org/drawingml/2006/main" noGrp="1"/>
          </p:cNvSpPr>
          <p:nvPr/>
        </p:nvSpPr>
        <p:spPr>
          <a:xfrm xmlns:a="http://schemas.openxmlformats.org/drawingml/2006/main">
            <a:off x="7886700" y="20193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F2F6F8"/>
                </a:solidFill>
                <a:latin typeface="Segoe UI"/>
                <a:ea typeface="Segoe UI"/>
                <a:cs typeface="Segoe UI"/>
              </a:defRPr>
            </a:defPPr>
            <a:lvl1pPr algn="l">
              <a:defRPr sz="2025" b="0">
                <a:solidFill>
                  <a:srgbClr val="F2F6F8"/>
                </a:solidFill>
                <a:latin typeface="Segoe UI"/>
                <a:ea typeface="Segoe UI"/>
                <a:cs typeface="Segoe UI"/>
              </a:defRPr>
            </a:lvl1pPr>
            <a:lvl2pPr algn="l">
              <a:defRPr sz="2025" b="0">
                <a:solidFill>
                  <a:srgbClr val="F2F6F8"/>
                </a:solidFill>
                <a:latin typeface="Segoe UI"/>
                <a:ea typeface="Segoe UI"/>
                <a:cs typeface="Segoe UI"/>
              </a:defRPr>
            </a:lvl2pPr>
            <a:lvl3pPr algn="l">
              <a:defRPr sz="2025" b="0">
                <a:solidFill>
                  <a:srgbClr val="F2F6F8"/>
                </a:solidFill>
                <a:latin typeface="Segoe UI"/>
                <a:ea typeface="Segoe UI"/>
                <a:cs typeface="Segoe UI"/>
              </a:defRPr>
            </a:lvl3pPr>
            <a:lvl4pPr algn="l">
              <a:defRPr sz="2025" b="0">
                <a:solidFill>
                  <a:srgbClr val="F2F6F8"/>
                </a:solidFill>
                <a:latin typeface="Segoe UI"/>
                <a:ea typeface="Segoe UI"/>
                <a:cs typeface="Segoe UI"/>
              </a:defRPr>
            </a:lvl4pPr>
            <a:lvl5pPr algn="l">
              <a:defRPr sz="2025" b="0">
                <a:solidFill>
                  <a:srgbClr val="F2F6F8"/>
                </a:solidFill>
                <a:latin typeface="Segoe UI"/>
                <a:ea typeface="Segoe UI"/>
                <a:cs typeface="Segoe UI"/>
              </a:defRPr>
            </a:lvl5pPr>
            <a:lvl6pPr algn="l">
              <a:defRPr sz="2025" b="0">
                <a:solidFill>
                  <a:srgbClr val="F2F6F8"/>
                </a:solidFill>
                <a:latin typeface="Segoe UI"/>
                <a:ea typeface="Segoe UI"/>
                <a:cs typeface="Segoe UI"/>
              </a:defRPr>
            </a:lvl6pPr>
            <a:lvl7pPr algn="l">
              <a:defRPr sz="2025" b="0">
                <a:solidFill>
                  <a:srgbClr val="F2F6F8"/>
                </a:solidFill>
                <a:latin typeface="Segoe UI"/>
                <a:ea typeface="Segoe UI"/>
                <a:cs typeface="Segoe UI"/>
              </a:defRPr>
            </a:lvl7pPr>
            <a:lvl8pPr algn="l">
              <a:defRPr sz="2025" b="0">
                <a:solidFill>
                  <a:srgbClr val="F2F6F8"/>
                </a:solidFill>
                <a:latin typeface="Segoe UI"/>
                <a:ea typeface="Segoe UI"/>
                <a:cs typeface="Segoe UI"/>
              </a:defRPr>
            </a:lvl8pPr>
            <a:lvl9pPr algn="l">
              <a:defRPr sz="2025" b="0">
                <a:solidFill>
                  <a:srgbClr val="F2F6F8"/>
                </a:solidFill>
                <a:latin typeface="Segoe UI"/>
                <a:ea typeface="Segoe UI"/>
                <a:cs typeface="Segoe UI"/>
              </a:defRPr>
            </a:lvl9pPr>
          </a:lstStyle>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“Completed. Checks passed.”</a:t>
            </a:r>
          </a:p>
        </p:txBody>
      </p:sp>
      <p:sp>
        <p:nvSpPr>
          <p:cNvPr id="7" name="shape-7">
            <a:extLst xmlns:a="http://schemas.openxmlformats.org/drawingml/2006/main">
              <a:ext uri="{FF2B5EF4-FFF2-40B4-BE49-F238E27FC236}">
                <a16:creationId xmlns:a16="http://schemas.microsoft.com/office/drawing/2014/main" id="{421A0549-EA34-4391-90B2-A8EDF11F36F5}"/>
              </a:ext>
            </a:extLst>
          </p:cNvPr>
          <p:cNvSpPr>
            <a:spLocks xmlns:a="http://schemas.openxmlformats.org/drawingml/2006/main" noGrp="1"/>
          </p:cNvSpPr>
          <p:nvPr/>
        </p:nvSpPr>
        <p:spPr>
          <a:xfrm xmlns:a="http://schemas.openxmlformats.org/drawingml/2006/main">
            <a:off x="78867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8" name="shape-8">
            <a:extLst xmlns:a="http://schemas.openxmlformats.org/drawingml/2006/main">
              <a:ext uri="{FF2B5EF4-FFF2-40B4-BE49-F238E27FC236}">
                <a16:creationId xmlns:a16="http://schemas.microsoft.com/office/drawing/2014/main" id="{8C285767-BC63-4445-B90A-8093D2FAA9AD}"/>
              </a:ext>
            </a:extLst>
          </p:cNvPr>
          <p:cNvSpPr>
            <a:spLocks xmlns:a="http://schemas.openxmlformats.org/drawingml/2006/main" noGrp="1"/>
          </p:cNvSpPr>
          <p:nvPr/>
        </p:nvSpPr>
        <p:spPr>
          <a:xfrm xmlns:a="http://schemas.openxmlformats.org/drawingml/2006/main">
            <a:off x="80581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9" name="shape-9">
            <a:extLst xmlns:a="http://schemas.openxmlformats.org/drawingml/2006/main">
              <a:ext uri="{FF2B5EF4-FFF2-40B4-BE49-F238E27FC236}">
                <a16:creationId xmlns:a16="http://schemas.microsoft.com/office/drawing/2014/main" id="{F48983F8-84FC-41A9-8A55-2A618DB7AF0D}"/>
              </a:ext>
            </a:extLst>
          </p:cNvPr>
          <p:cNvSpPr>
            <a:spLocks xmlns:a="http://schemas.openxmlformats.org/drawingml/2006/main" noGrp="1"/>
          </p:cNvSpPr>
          <p:nvPr/>
        </p:nvSpPr>
        <p:spPr>
          <a:xfrm xmlns:a="http://schemas.openxmlformats.org/drawingml/2006/main">
            <a:off x="82296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0" name="shape-10">
            <a:extLst xmlns:a="http://schemas.openxmlformats.org/drawingml/2006/main">
              <a:ext uri="{FF2B5EF4-FFF2-40B4-BE49-F238E27FC236}">
                <a16:creationId xmlns:a16="http://schemas.microsoft.com/office/drawing/2014/main" id="{A4398235-7054-4700-9E34-BD5CA8041CB5}"/>
              </a:ext>
            </a:extLst>
          </p:cNvPr>
          <p:cNvSpPr>
            <a:spLocks xmlns:a="http://schemas.openxmlformats.org/drawingml/2006/main" noGrp="1"/>
          </p:cNvSpPr>
          <p:nvPr/>
        </p:nvSpPr>
        <p:spPr>
          <a:xfrm xmlns:a="http://schemas.openxmlformats.org/drawingml/2006/main">
            <a:off x="84010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1" name="shape-11">
            <a:extLst xmlns:a="http://schemas.openxmlformats.org/drawingml/2006/main">
              <a:ext uri="{FF2B5EF4-FFF2-40B4-BE49-F238E27FC236}">
                <a16:creationId xmlns:a16="http://schemas.microsoft.com/office/drawing/2014/main" id="{45B3F756-4553-470A-B1AC-559B93A35FD0}"/>
              </a:ext>
            </a:extLst>
          </p:cNvPr>
          <p:cNvSpPr>
            <a:spLocks xmlns:a="http://schemas.openxmlformats.org/drawingml/2006/main" noGrp="1"/>
          </p:cNvSpPr>
          <p:nvPr/>
        </p:nvSpPr>
        <p:spPr>
          <a:xfrm xmlns:a="http://schemas.openxmlformats.org/drawingml/2006/main">
            <a:off x="85725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2" name="shape-12">
            <a:extLst xmlns:a="http://schemas.openxmlformats.org/drawingml/2006/main">
              <a:ext uri="{FF2B5EF4-FFF2-40B4-BE49-F238E27FC236}">
                <a16:creationId xmlns:a16="http://schemas.microsoft.com/office/drawing/2014/main" id="{2B32D25B-2482-4DF1-B72D-9A4B279D8FBC}"/>
              </a:ext>
            </a:extLst>
          </p:cNvPr>
          <p:cNvSpPr>
            <a:spLocks xmlns:a="http://schemas.openxmlformats.org/drawingml/2006/main" noGrp="1"/>
          </p:cNvSpPr>
          <p:nvPr/>
        </p:nvSpPr>
        <p:spPr>
          <a:xfrm xmlns:a="http://schemas.openxmlformats.org/drawingml/2006/main">
            <a:off x="87439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3" name="shape-13">
            <a:extLst xmlns:a="http://schemas.openxmlformats.org/drawingml/2006/main">
              <a:ext uri="{FF2B5EF4-FFF2-40B4-BE49-F238E27FC236}">
                <a16:creationId xmlns:a16="http://schemas.microsoft.com/office/drawing/2014/main" id="{DB53E87D-D568-4A32-8F8C-CBCCEEACCB93}"/>
              </a:ext>
            </a:extLst>
          </p:cNvPr>
          <p:cNvSpPr>
            <a:spLocks xmlns:a="http://schemas.openxmlformats.org/drawingml/2006/main" noGrp="1"/>
          </p:cNvSpPr>
          <p:nvPr/>
        </p:nvSpPr>
        <p:spPr>
          <a:xfrm xmlns:a="http://schemas.openxmlformats.org/drawingml/2006/main">
            <a:off x="89154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4" name="shape-14">
            <a:extLst xmlns:a="http://schemas.openxmlformats.org/drawingml/2006/main">
              <a:ext uri="{FF2B5EF4-FFF2-40B4-BE49-F238E27FC236}">
                <a16:creationId xmlns:a16="http://schemas.microsoft.com/office/drawing/2014/main" id="{EB260202-F393-43D7-AEE4-E662C7ABE660}"/>
              </a:ext>
            </a:extLst>
          </p:cNvPr>
          <p:cNvSpPr>
            <a:spLocks xmlns:a="http://schemas.openxmlformats.org/drawingml/2006/main" noGrp="1"/>
          </p:cNvSpPr>
          <p:nvPr/>
        </p:nvSpPr>
        <p:spPr>
          <a:xfrm xmlns:a="http://schemas.openxmlformats.org/drawingml/2006/main">
            <a:off x="90868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5" name="shape-15">
            <a:extLst xmlns:a="http://schemas.openxmlformats.org/drawingml/2006/main">
              <a:ext uri="{FF2B5EF4-FFF2-40B4-BE49-F238E27FC236}">
                <a16:creationId xmlns:a16="http://schemas.microsoft.com/office/drawing/2014/main" id="{55024FC3-5BAB-40B9-81AA-0DDD7555B073}"/>
              </a:ext>
            </a:extLst>
          </p:cNvPr>
          <p:cNvSpPr>
            <a:spLocks xmlns:a="http://schemas.openxmlformats.org/drawingml/2006/main" noGrp="1"/>
          </p:cNvSpPr>
          <p:nvPr/>
        </p:nvSpPr>
        <p:spPr>
          <a:xfrm xmlns:a="http://schemas.openxmlformats.org/drawingml/2006/main">
            <a:off x="92583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6" name="shape-16">
            <a:extLst xmlns:a="http://schemas.openxmlformats.org/drawingml/2006/main">
              <a:ext uri="{FF2B5EF4-FFF2-40B4-BE49-F238E27FC236}">
                <a16:creationId xmlns:a16="http://schemas.microsoft.com/office/drawing/2014/main" id="{396BE09D-137A-46F4-9B89-F5345420D153}"/>
              </a:ext>
            </a:extLst>
          </p:cNvPr>
          <p:cNvSpPr>
            <a:spLocks xmlns:a="http://schemas.openxmlformats.org/drawingml/2006/main" noGrp="1"/>
          </p:cNvSpPr>
          <p:nvPr/>
        </p:nvSpPr>
        <p:spPr>
          <a:xfrm xmlns:a="http://schemas.openxmlformats.org/drawingml/2006/main">
            <a:off x="94297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7" name="shape-17">
            <a:extLst xmlns:a="http://schemas.openxmlformats.org/drawingml/2006/main">
              <a:ext uri="{FF2B5EF4-FFF2-40B4-BE49-F238E27FC236}">
                <a16:creationId xmlns:a16="http://schemas.microsoft.com/office/drawing/2014/main" id="{FA7DD94C-5BCE-4A74-AFA4-FE7318AC322E}"/>
              </a:ext>
            </a:extLst>
          </p:cNvPr>
          <p:cNvSpPr>
            <a:spLocks xmlns:a="http://schemas.openxmlformats.org/drawingml/2006/main" noGrp="1"/>
          </p:cNvSpPr>
          <p:nvPr/>
        </p:nvSpPr>
        <p:spPr>
          <a:xfrm xmlns:a="http://schemas.openxmlformats.org/drawingml/2006/main">
            <a:off x="96012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8" name="shape-18">
            <a:extLst xmlns:a="http://schemas.openxmlformats.org/drawingml/2006/main">
              <a:ext uri="{FF2B5EF4-FFF2-40B4-BE49-F238E27FC236}">
                <a16:creationId xmlns:a16="http://schemas.microsoft.com/office/drawing/2014/main" id="{EC0D9BCF-2C48-42C3-ABA9-9A4BE83EE739}"/>
              </a:ext>
            </a:extLst>
          </p:cNvPr>
          <p:cNvSpPr>
            <a:spLocks xmlns:a="http://schemas.openxmlformats.org/drawingml/2006/main" noGrp="1"/>
          </p:cNvSpPr>
          <p:nvPr/>
        </p:nvSpPr>
        <p:spPr>
          <a:xfrm xmlns:a="http://schemas.openxmlformats.org/drawingml/2006/main">
            <a:off x="97726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19" name="shape-19">
            <a:extLst xmlns:a="http://schemas.openxmlformats.org/drawingml/2006/main">
              <a:ext uri="{FF2B5EF4-FFF2-40B4-BE49-F238E27FC236}">
                <a16:creationId xmlns:a16="http://schemas.microsoft.com/office/drawing/2014/main" id="{9396A256-8A69-4245-8D71-B3C45174CDE2}"/>
              </a:ext>
            </a:extLst>
          </p:cNvPr>
          <p:cNvSpPr>
            <a:spLocks xmlns:a="http://schemas.openxmlformats.org/drawingml/2006/main" noGrp="1"/>
          </p:cNvSpPr>
          <p:nvPr/>
        </p:nvSpPr>
        <p:spPr>
          <a:xfrm xmlns:a="http://schemas.openxmlformats.org/drawingml/2006/main">
            <a:off x="99441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20" name="shape-20">
            <a:extLst xmlns:a="http://schemas.openxmlformats.org/drawingml/2006/main">
              <a:ext uri="{FF2B5EF4-FFF2-40B4-BE49-F238E27FC236}">
                <a16:creationId xmlns:a16="http://schemas.microsoft.com/office/drawing/2014/main" id="{BD83FF15-BB76-4542-887C-08CC4FB6F2C2}"/>
              </a:ext>
            </a:extLst>
          </p:cNvPr>
          <p:cNvSpPr>
            <a:spLocks xmlns:a="http://schemas.openxmlformats.org/drawingml/2006/main" noGrp="1"/>
          </p:cNvSpPr>
          <p:nvPr/>
        </p:nvSpPr>
        <p:spPr>
          <a:xfrm xmlns:a="http://schemas.openxmlformats.org/drawingml/2006/main">
            <a:off x="101155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21" name="shape-21">
            <a:extLst xmlns:a="http://schemas.openxmlformats.org/drawingml/2006/main">
              <a:ext uri="{FF2B5EF4-FFF2-40B4-BE49-F238E27FC236}">
                <a16:creationId xmlns:a16="http://schemas.microsoft.com/office/drawing/2014/main" id="{8B7BC66B-73F7-4F2C-8ACF-81BCBC69B2DA}"/>
              </a:ext>
            </a:extLst>
          </p:cNvPr>
          <p:cNvSpPr>
            <a:spLocks xmlns:a="http://schemas.openxmlformats.org/drawingml/2006/main" noGrp="1"/>
          </p:cNvSpPr>
          <p:nvPr/>
        </p:nvSpPr>
        <p:spPr>
          <a:xfrm xmlns:a="http://schemas.openxmlformats.org/drawingml/2006/main">
            <a:off x="102870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22" name="shape-22">
            <a:extLst xmlns:a="http://schemas.openxmlformats.org/drawingml/2006/main">
              <a:ext uri="{FF2B5EF4-FFF2-40B4-BE49-F238E27FC236}">
                <a16:creationId xmlns:a16="http://schemas.microsoft.com/office/drawing/2014/main" id="{0B7E5271-709C-404C-BEEF-F07E7EFB8E7B}"/>
              </a:ext>
            </a:extLst>
          </p:cNvPr>
          <p:cNvSpPr>
            <a:spLocks xmlns:a="http://schemas.openxmlformats.org/drawingml/2006/main" noGrp="1"/>
          </p:cNvSpPr>
          <p:nvPr/>
        </p:nvSpPr>
        <p:spPr>
          <a:xfrm xmlns:a="http://schemas.openxmlformats.org/drawingml/2006/main">
            <a:off x="1045845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23" name="shape-23">
            <a:extLst xmlns:a="http://schemas.openxmlformats.org/drawingml/2006/main">
              <a:ext uri="{FF2B5EF4-FFF2-40B4-BE49-F238E27FC236}">
                <a16:creationId xmlns:a16="http://schemas.microsoft.com/office/drawing/2014/main" id="{046C02CA-F1AA-4F40-8D23-92964992D457}"/>
              </a:ext>
            </a:extLst>
          </p:cNvPr>
          <p:cNvSpPr>
            <a:spLocks xmlns:a="http://schemas.openxmlformats.org/drawingml/2006/main" noGrp="1"/>
          </p:cNvSpPr>
          <p:nvPr/>
        </p:nvSpPr>
        <p:spPr>
          <a:xfrm xmlns:a="http://schemas.openxmlformats.org/drawingml/2006/main">
            <a:off x="10629900" y="2733675"/>
            <a:ext cx="95250" cy="19050"/>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24" name="text-24">
            <a:extLst xmlns:a="http://schemas.openxmlformats.org/drawingml/2006/main">
              <a:ext uri="{FF2B5EF4-FFF2-40B4-BE49-F238E27FC236}">
                <a16:creationId xmlns:a16="http://schemas.microsoft.com/office/drawing/2014/main" id="{9892314B-C379-419A-BCE0-4B960E0372D1}"/>
              </a:ext>
            </a:extLst>
          </p:cNvPr>
          <p:cNvSpPr>
            <a:spLocks xmlns:a="http://schemas.openxmlformats.org/drawingml/2006/main" noGrp="1"/>
          </p:cNvSpPr>
          <p:nvPr/>
        </p:nvSpPr>
        <p:spPr>
          <a:xfrm xmlns:a="http://schemas.openxmlformats.org/drawingml/2006/main">
            <a:off x="7886700" y="3152775"/>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SEPARATE OBSERVATIONS</a:t>
            </a:r>
          </a:p>
        </p:txBody>
      </p:sp>
      <p:sp>
        <p:nvSpPr>
          <p:cNvPr id="25" name="text-25">
            <a:extLst xmlns:a="http://schemas.openxmlformats.org/drawingml/2006/main">
              <a:ext uri="{FF2B5EF4-FFF2-40B4-BE49-F238E27FC236}">
                <a16:creationId xmlns:a16="http://schemas.microsoft.com/office/drawing/2014/main" id="{67E1169B-97D7-4700-851E-9781190DD486}"/>
              </a:ext>
            </a:extLst>
          </p:cNvPr>
          <p:cNvSpPr>
            <a:spLocks xmlns:a="http://schemas.openxmlformats.org/drawingml/2006/main" noGrp="1"/>
          </p:cNvSpPr>
          <p:nvPr/>
        </p:nvSpPr>
        <p:spPr>
          <a:xfrm xmlns:a="http://schemas.openxmlformats.org/drawingml/2006/main">
            <a:off x="7886700" y="35242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F2F6F8"/>
                </a:solidFill>
                <a:latin typeface="Segoe UI"/>
                <a:ea typeface="Segoe UI"/>
                <a:cs typeface="Segoe UI"/>
              </a:defRPr>
            </a:defPPr>
            <a:lvl1pPr algn="l">
              <a:defRPr sz="2025" b="0">
                <a:solidFill>
                  <a:srgbClr val="F2F6F8"/>
                </a:solidFill>
                <a:latin typeface="Segoe UI"/>
                <a:ea typeface="Segoe UI"/>
                <a:cs typeface="Segoe UI"/>
              </a:defRPr>
            </a:lvl1pPr>
            <a:lvl2pPr algn="l">
              <a:defRPr sz="2025" b="0">
                <a:solidFill>
                  <a:srgbClr val="F2F6F8"/>
                </a:solidFill>
                <a:latin typeface="Segoe UI"/>
                <a:ea typeface="Segoe UI"/>
                <a:cs typeface="Segoe UI"/>
              </a:defRPr>
            </a:lvl2pPr>
            <a:lvl3pPr algn="l">
              <a:defRPr sz="2025" b="0">
                <a:solidFill>
                  <a:srgbClr val="F2F6F8"/>
                </a:solidFill>
                <a:latin typeface="Segoe UI"/>
                <a:ea typeface="Segoe UI"/>
                <a:cs typeface="Segoe UI"/>
              </a:defRPr>
            </a:lvl3pPr>
            <a:lvl4pPr algn="l">
              <a:defRPr sz="2025" b="0">
                <a:solidFill>
                  <a:srgbClr val="F2F6F8"/>
                </a:solidFill>
                <a:latin typeface="Segoe UI"/>
                <a:ea typeface="Segoe UI"/>
                <a:cs typeface="Segoe UI"/>
              </a:defRPr>
            </a:lvl4pPr>
            <a:lvl5pPr algn="l">
              <a:defRPr sz="2025" b="0">
                <a:solidFill>
                  <a:srgbClr val="F2F6F8"/>
                </a:solidFill>
                <a:latin typeface="Segoe UI"/>
                <a:ea typeface="Segoe UI"/>
                <a:cs typeface="Segoe UI"/>
              </a:defRPr>
            </a:lvl5pPr>
            <a:lvl6pPr algn="l">
              <a:defRPr sz="2025" b="0">
                <a:solidFill>
                  <a:srgbClr val="F2F6F8"/>
                </a:solidFill>
                <a:latin typeface="Segoe UI"/>
                <a:ea typeface="Segoe UI"/>
                <a:cs typeface="Segoe UI"/>
              </a:defRPr>
            </a:lvl6pPr>
            <a:lvl7pPr algn="l">
              <a:defRPr sz="2025" b="0">
                <a:solidFill>
                  <a:srgbClr val="F2F6F8"/>
                </a:solidFill>
                <a:latin typeface="Segoe UI"/>
                <a:ea typeface="Segoe UI"/>
                <a:cs typeface="Segoe UI"/>
              </a:defRPr>
            </a:lvl7pPr>
            <a:lvl8pPr algn="l">
              <a:defRPr sz="2025" b="0">
                <a:solidFill>
                  <a:srgbClr val="F2F6F8"/>
                </a:solidFill>
                <a:latin typeface="Segoe UI"/>
                <a:ea typeface="Segoe UI"/>
                <a:cs typeface="Segoe UI"/>
              </a:defRPr>
            </a:lvl8pPr>
            <a:lvl9pPr algn="l">
              <a:defRPr sz="2025" b="0">
                <a:solidFill>
                  <a:srgbClr val="F2F6F8"/>
                </a:solidFill>
                <a:latin typeface="Segoe UI"/>
                <a:ea typeface="Segoe UI"/>
                <a:cs typeface="Segoe UI"/>
              </a:defRPr>
            </a:lvl9pPr>
          </a:lstStyle>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Git changes</a:t>
            </a:r>
          </a:p>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Configured check outcomes</a:t>
            </a:r>
          </a:p>
        </p:txBody>
      </p:sp>
      <p:sp>
        <p:nvSpPr>
          <p:cNvPr id="26" name="shape-26">
            <a:extLst xmlns:a="http://schemas.openxmlformats.org/drawingml/2006/main">
              <a:ext uri="{FF2B5EF4-FFF2-40B4-BE49-F238E27FC236}">
                <a16:creationId xmlns:a16="http://schemas.microsoft.com/office/drawing/2014/main" id="{56FD7FB8-CFA3-4F16-8FBE-15FC0A7665FD}"/>
              </a:ext>
            </a:extLst>
          </p:cNvPr>
          <p:cNvSpPr>
            <a:spLocks xmlns:a="http://schemas.openxmlformats.org/drawingml/2006/main" noGrp="1"/>
          </p:cNvSpPr>
          <p:nvPr/>
        </p:nvSpPr>
        <p:spPr>
          <a:xfrm xmlns:a="http://schemas.openxmlformats.org/drawingml/2006/main">
            <a:off x="7886700" y="4533900"/>
            <a:ext cx="2895600" cy="2857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27" name="shape-27">
            <a:extLst xmlns:a="http://schemas.openxmlformats.org/drawingml/2006/main">
              <a:ext uri="{FF2B5EF4-FFF2-40B4-BE49-F238E27FC236}">
                <a16:creationId xmlns:a16="http://schemas.microsoft.com/office/drawing/2014/main" id="{43012EFE-3265-4E6D-90A7-E2A7AC703085}"/>
              </a:ext>
            </a:extLst>
          </p:cNvPr>
          <p:cNvSpPr>
            <a:spLocks xmlns:a="http://schemas.openxmlformats.org/drawingml/2006/main" noGrp="1"/>
          </p:cNvSpPr>
          <p:nvPr/>
        </p:nvSpPr>
        <p:spPr>
          <a:xfrm xmlns:a="http://schemas.openxmlformats.org/drawingml/2006/main">
            <a:off x="11382375" y="1704975"/>
            <a:ext cx="28575" cy="3333750"/>
          </a:xfrm>
          <a:prstGeom xmlns:a="http://schemas.openxmlformats.org/drawingml/2006/main" prst="rect">
            <a:avLst/>
          </a:prstGeom>
          <a:solidFill xmlns:a="http://schemas.openxmlformats.org/drawingml/2006/main">
            <a:srgbClr val="F1C27B"/>
          </a:solidFill>
          <a:ln xmlns:a="http://schemas.openxmlformats.org/drawingml/2006/main" w="0">
            <a:noFill/>
            <a:prstDash val="solid"/>
          </a:ln>
        </p:spPr>
      </p:sp>
      <p:sp>
        <p:nvSpPr>
          <p:cNvPr id="28" name="shape-28">
            <a:extLst xmlns:a="http://schemas.openxmlformats.org/drawingml/2006/main">
              <a:ext uri="{FF2B5EF4-FFF2-40B4-BE49-F238E27FC236}">
                <a16:creationId xmlns:a16="http://schemas.microsoft.com/office/drawing/2014/main" id="{48513F9D-D46A-45F5-9B62-612A1DEA3F89}"/>
              </a:ext>
            </a:extLst>
          </p:cNvPr>
          <p:cNvSpPr>
            <a:spLocks xmlns:a="http://schemas.openxmlformats.org/drawingml/2006/main" noGrp="1"/>
          </p:cNvSpPr>
          <p:nvPr/>
        </p:nvSpPr>
        <p:spPr>
          <a:xfrm xmlns:a="http://schemas.openxmlformats.org/drawingml/2006/main">
            <a:off x="11220450" y="1704975"/>
            <a:ext cx="190500" cy="28575"/>
          </a:xfrm>
          <a:prstGeom xmlns:a="http://schemas.openxmlformats.org/drawingml/2006/main" prst="rect">
            <a:avLst/>
          </a:prstGeom>
          <a:solidFill xmlns:a="http://schemas.openxmlformats.org/drawingml/2006/main">
            <a:srgbClr val="F1C27B"/>
          </a:solidFill>
          <a:ln xmlns:a="http://schemas.openxmlformats.org/drawingml/2006/main" w="0">
            <a:noFill/>
            <a:prstDash val="solid"/>
          </a:ln>
        </p:spPr>
      </p:sp>
      <p:sp>
        <p:nvSpPr>
          <p:cNvPr id="29" name="shape-29">
            <a:extLst xmlns:a="http://schemas.openxmlformats.org/drawingml/2006/main">
              <a:ext uri="{FF2B5EF4-FFF2-40B4-BE49-F238E27FC236}">
                <a16:creationId xmlns:a16="http://schemas.microsoft.com/office/drawing/2014/main" id="{2411CE86-AE7F-47FB-B800-276F2FBE8F52}"/>
              </a:ext>
            </a:extLst>
          </p:cNvPr>
          <p:cNvSpPr>
            <a:spLocks xmlns:a="http://schemas.openxmlformats.org/drawingml/2006/main" noGrp="1"/>
          </p:cNvSpPr>
          <p:nvPr/>
        </p:nvSpPr>
        <p:spPr>
          <a:xfrm xmlns:a="http://schemas.openxmlformats.org/drawingml/2006/main">
            <a:off x="11220450" y="5010150"/>
            <a:ext cx="190500" cy="28575"/>
          </a:xfrm>
          <a:prstGeom xmlns:a="http://schemas.openxmlformats.org/drawingml/2006/main" prst="rect">
            <a:avLst/>
          </a:prstGeom>
          <a:solidFill xmlns:a="http://schemas.openxmlformats.org/drawingml/2006/main">
            <a:srgbClr val="F1C27B"/>
          </a:solidFill>
          <a:ln xmlns:a="http://schemas.openxmlformats.org/drawingml/2006/main" w="0">
            <a:noFill/>
            <a:prstDash val="solid"/>
          </a:ln>
        </p:spPr>
      </p:sp>
      <p:sp>
        <p:nvSpPr>
          <p:cNvPr id="30" name="text-30">
            <a:extLst xmlns:a="http://schemas.openxmlformats.org/drawingml/2006/main">
              <a:ext uri="{FF2B5EF4-FFF2-40B4-BE49-F238E27FC236}">
                <a16:creationId xmlns:a16="http://schemas.microsoft.com/office/drawing/2014/main" id="{832E46DD-2FBF-4A08-929F-6DEDFCD29611}"/>
              </a:ext>
            </a:extLst>
          </p:cNvPr>
          <p:cNvSpPr>
            <a:spLocks xmlns:a="http://schemas.openxmlformats.org/drawingml/2006/main" noGrp="1"/>
          </p:cNvSpPr>
          <p:nvPr/>
        </p:nvSpPr>
        <p:spPr>
          <a:xfrm xmlns:a="http://schemas.openxmlformats.org/drawingml/2006/main">
            <a:off x="7886700" y="5286375"/>
            <a:ext cx="361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1C27B"/>
                </a:solidFill>
                <a:latin typeface="Segoe UI"/>
                <a:ea typeface="Segoe UI"/>
                <a:cs typeface="Segoe UI"/>
              </a:defRPr>
            </a:defPPr>
            <a:lvl1pPr algn="l">
              <a:defRPr sz="1950" b="1">
                <a:solidFill>
                  <a:srgbClr val="F1C27B"/>
                </a:solidFill>
                <a:latin typeface="Segoe UI"/>
                <a:ea typeface="Segoe UI"/>
                <a:cs typeface="Segoe UI"/>
              </a:defRPr>
            </a:lvl1pPr>
            <a:lvl2pPr algn="l">
              <a:defRPr sz="1950" b="1">
                <a:solidFill>
                  <a:srgbClr val="F1C27B"/>
                </a:solidFill>
                <a:latin typeface="Segoe UI"/>
                <a:ea typeface="Segoe UI"/>
                <a:cs typeface="Segoe UI"/>
              </a:defRPr>
            </a:lvl2pPr>
            <a:lvl3pPr algn="l">
              <a:defRPr sz="1950" b="1">
                <a:solidFill>
                  <a:srgbClr val="F1C27B"/>
                </a:solidFill>
                <a:latin typeface="Segoe UI"/>
                <a:ea typeface="Segoe UI"/>
                <a:cs typeface="Segoe UI"/>
              </a:defRPr>
            </a:lvl3pPr>
            <a:lvl4pPr algn="l">
              <a:defRPr sz="1950" b="1">
                <a:solidFill>
                  <a:srgbClr val="F1C27B"/>
                </a:solidFill>
                <a:latin typeface="Segoe UI"/>
                <a:ea typeface="Segoe UI"/>
                <a:cs typeface="Segoe UI"/>
              </a:defRPr>
            </a:lvl4pPr>
            <a:lvl5pPr algn="l">
              <a:defRPr sz="1950" b="1">
                <a:solidFill>
                  <a:srgbClr val="F1C27B"/>
                </a:solidFill>
                <a:latin typeface="Segoe UI"/>
                <a:ea typeface="Segoe UI"/>
                <a:cs typeface="Segoe UI"/>
              </a:defRPr>
            </a:lvl5pPr>
            <a:lvl6pPr algn="l">
              <a:defRPr sz="1950" b="1">
                <a:solidFill>
                  <a:srgbClr val="F1C27B"/>
                </a:solidFill>
                <a:latin typeface="Segoe UI"/>
                <a:ea typeface="Segoe UI"/>
                <a:cs typeface="Segoe UI"/>
              </a:defRPr>
            </a:lvl6pPr>
            <a:lvl7pPr algn="l">
              <a:defRPr sz="1950" b="1">
                <a:solidFill>
                  <a:srgbClr val="F1C27B"/>
                </a:solidFill>
                <a:latin typeface="Segoe UI"/>
                <a:ea typeface="Segoe UI"/>
                <a:cs typeface="Segoe UI"/>
              </a:defRPr>
            </a:lvl7pPr>
            <a:lvl8pPr algn="l">
              <a:defRPr sz="1950" b="1">
                <a:solidFill>
                  <a:srgbClr val="F1C27B"/>
                </a:solidFill>
                <a:latin typeface="Segoe UI"/>
                <a:ea typeface="Segoe UI"/>
                <a:cs typeface="Segoe UI"/>
              </a:defRPr>
            </a:lvl8pPr>
            <a:lvl9pPr algn="l">
              <a:defRPr sz="1950" b="1">
                <a:solidFill>
                  <a:srgbClr val="F1C27B"/>
                </a:solidFill>
                <a:latin typeface="Segoe UI"/>
                <a:ea typeface="Segoe UI"/>
                <a:cs typeface="Segoe UI"/>
              </a:defRPr>
            </a:lvl9pPr>
          </a:lstStyle>
          <a:p xmlns:a="http://schemas.openxmlformats.org/drawingml/2006/main">
            <a:pPr algn="l">
              <a:defRPr sz="1950" b="1">
                <a:solidFill>
                  <a:srgbClr val="F1C27B"/>
                </a:solidFill>
                <a:latin typeface="Segoe UI"/>
                <a:ea typeface="Segoe UI"/>
                <a:cs typeface="Segoe UI"/>
              </a:defRPr>
            </a:pPr>
            <a:r>
              <a:rPr sz="1950" b="1">
                <a:solidFill>
                  <a:srgbClr val="F1C27B"/>
                </a:solidFill>
                <a:latin typeface="Segoe UI"/>
                <a:ea typeface="Segoe UI"/>
                <a:cs typeface="Segoe UI"/>
              </a:rPr>
              <a:t>Acceptance is a separate decision</a:t>
            </a:r>
          </a:p>
        </p:txBody>
      </p:sp>
      <p:sp>
        <p:nvSpPr>
          <p:cNvPr id="31" name="text-31">
            <a:extLst xmlns:a="http://schemas.openxmlformats.org/drawingml/2006/main">
              <a:ext uri="{FF2B5EF4-FFF2-40B4-BE49-F238E27FC236}">
                <a16:creationId xmlns:a16="http://schemas.microsoft.com/office/drawing/2014/main" id="{50E3CE7A-A71E-48F8-BA8A-EC545C3329F7}"/>
              </a:ext>
            </a:extLst>
          </p:cNvPr>
          <p:cNvSpPr>
            <a:spLocks xmlns:a="http://schemas.openxmlformats.org/drawingml/2006/main" noGrp="1"/>
          </p:cNvSpPr>
          <p:nvPr/>
        </p:nvSpPr>
        <p:spPr>
          <a:xfrm xmlns:a="http://schemas.openxmlformats.org/drawingml/2006/main">
            <a:off x="609600" y="63531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BBC9D1"/>
                </a:solidFill>
                <a:latin typeface="Segoe UI"/>
                <a:ea typeface="Segoe UI"/>
                <a:cs typeface="Segoe UI"/>
              </a:defRPr>
            </a:defPPr>
            <a:lvl1pPr algn="l">
              <a:defRPr sz="1275" b="0">
                <a:solidFill>
                  <a:srgbClr val="BBC9D1"/>
                </a:solidFill>
                <a:latin typeface="Segoe UI"/>
                <a:ea typeface="Segoe UI"/>
                <a:cs typeface="Segoe UI"/>
              </a:defRPr>
            </a:lvl1pPr>
            <a:lvl2pPr algn="l">
              <a:defRPr sz="1275" b="0">
                <a:solidFill>
                  <a:srgbClr val="BBC9D1"/>
                </a:solidFill>
                <a:latin typeface="Segoe UI"/>
                <a:ea typeface="Segoe UI"/>
                <a:cs typeface="Segoe UI"/>
              </a:defRPr>
            </a:lvl2pPr>
            <a:lvl3pPr algn="l">
              <a:defRPr sz="1275" b="0">
                <a:solidFill>
                  <a:srgbClr val="BBC9D1"/>
                </a:solidFill>
                <a:latin typeface="Segoe UI"/>
                <a:ea typeface="Segoe UI"/>
                <a:cs typeface="Segoe UI"/>
              </a:defRPr>
            </a:lvl3pPr>
            <a:lvl4pPr algn="l">
              <a:defRPr sz="1275" b="0">
                <a:solidFill>
                  <a:srgbClr val="BBC9D1"/>
                </a:solidFill>
                <a:latin typeface="Segoe UI"/>
                <a:ea typeface="Segoe UI"/>
                <a:cs typeface="Segoe UI"/>
              </a:defRPr>
            </a:lvl4pPr>
            <a:lvl5pPr algn="l">
              <a:defRPr sz="1275" b="0">
                <a:solidFill>
                  <a:srgbClr val="BBC9D1"/>
                </a:solidFill>
                <a:latin typeface="Segoe UI"/>
                <a:ea typeface="Segoe UI"/>
                <a:cs typeface="Segoe UI"/>
              </a:defRPr>
            </a:lvl5pPr>
            <a:lvl6pPr algn="l">
              <a:defRPr sz="1275" b="0">
                <a:solidFill>
                  <a:srgbClr val="BBC9D1"/>
                </a:solidFill>
                <a:latin typeface="Segoe UI"/>
                <a:ea typeface="Segoe UI"/>
                <a:cs typeface="Segoe UI"/>
              </a:defRPr>
            </a:lvl6pPr>
            <a:lvl7pPr algn="l">
              <a:defRPr sz="1275" b="0">
                <a:solidFill>
                  <a:srgbClr val="BBC9D1"/>
                </a:solidFill>
                <a:latin typeface="Segoe UI"/>
                <a:ea typeface="Segoe UI"/>
                <a:cs typeface="Segoe UI"/>
              </a:defRPr>
            </a:lvl7pPr>
            <a:lvl8pPr algn="l">
              <a:defRPr sz="1275" b="0">
                <a:solidFill>
                  <a:srgbClr val="BBC9D1"/>
                </a:solidFill>
                <a:latin typeface="Segoe UI"/>
                <a:ea typeface="Segoe UI"/>
                <a:cs typeface="Segoe UI"/>
              </a:defRPr>
            </a:lvl8pPr>
            <a:lvl9pPr algn="l">
              <a:defRPr sz="1275" b="0">
                <a:solidFill>
                  <a:srgbClr val="BBC9D1"/>
                </a:solidFill>
                <a:latin typeface="Segoe UI"/>
                <a:ea typeface="Segoe UI"/>
                <a:cs typeface="Segoe UI"/>
              </a:defRPr>
            </a:lvl9pPr>
          </a:lstStyle>
          <a:p xmlns:a="http://schemas.openxmlformats.org/drawingml/2006/main">
            <a:pPr algn="l">
              <a:defRPr sz="1275" b="0">
                <a:solidFill>
                  <a:srgbClr val="BBC9D1"/>
                </a:solidFill>
                <a:latin typeface="Segoe UI"/>
                <a:ea typeface="Segoe UI"/>
                <a:cs typeface="Segoe UI"/>
              </a:defRPr>
            </a:pPr>
            <a:r>
              <a:rPr sz="1275" b="0">
                <a:solidFill>
                  <a:srgbClr val="BBC9D1"/>
                </a:solidFill>
                <a:latin typeface="Segoe UI"/>
                <a:ea typeface="Segoe UI"/>
                <a:cs typeface="Segoe UI"/>
              </a:rPr>
              <a:t>Experimental Python project. Extensive AI-assisted development and review.</a:t>
            </a:r>
          </a:p>
        </p:txBody>
      </p:sp>
    </p:spTree>
    <p:extLst>
      <p:ext uri="{BB962C8B-B14F-4D97-AF65-F5344CB8AC3E}">
        <p14:creationId xmlns:p14="http://schemas.microsoft.com/office/powerpoint/2010/main" val="480666244"/>
      </p:ext>
    </p:extLst>
  </p:cSld>
</p:sld>
</file>

<file path=ppt/slides/slide2.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35" name="text-32">
            <a:extLst xmlns:a="http://schemas.openxmlformats.org/drawingml/2006/main">
              <a:ext uri="{FF2B5EF4-FFF2-40B4-BE49-F238E27FC236}">
                <a16:creationId xmlns:a16="http://schemas.microsoft.com/office/drawing/2014/main" id="{F8C63DEE-A440-4C10-9FCA-CC0BBF240CCE}"/>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Architecture and trust boundaries</a:t>
            </a:r>
          </a:p>
        </p:txBody>
      </p:sp>
      <p:sp>
        <p:nvSpPr>
          <p:cNvPr id="2" name="shape-33">
            <a:extLst xmlns:a="http://schemas.openxmlformats.org/drawingml/2006/main">
              <a:ext uri="{FF2B5EF4-FFF2-40B4-BE49-F238E27FC236}">
                <a16:creationId xmlns:a16="http://schemas.microsoft.com/office/drawing/2014/main" id="{689FB992-8527-4BCB-B69E-AE79B355949A}"/>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34">
            <a:extLst xmlns:a="http://schemas.openxmlformats.org/drawingml/2006/main">
              <a:ext uri="{FF2B5EF4-FFF2-40B4-BE49-F238E27FC236}">
                <a16:creationId xmlns:a16="http://schemas.microsoft.com/office/drawing/2014/main" id="{099FDEDC-16E0-4F24-8691-C22D41521246}"/>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35">
            <a:extLst xmlns:a="http://schemas.openxmlformats.org/drawingml/2006/main">
              <a:ext uri="{FF2B5EF4-FFF2-40B4-BE49-F238E27FC236}">
                <a16:creationId xmlns:a16="http://schemas.microsoft.com/office/drawing/2014/main" id="{C1272565-ACB0-4756-90FC-686C4FE9E65E}"/>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02 / 08</a:t>
            </a:r>
          </a:p>
        </p:txBody>
      </p:sp>
      <p:sp>
        <p:nvSpPr>
          <p:cNvPr id="5" name="text-36">
            <a:extLst xmlns:a="http://schemas.openxmlformats.org/drawingml/2006/main">
              <a:ext uri="{FF2B5EF4-FFF2-40B4-BE49-F238E27FC236}">
                <a16:creationId xmlns:a16="http://schemas.microsoft.com/office/drawing/2014/main" id="{363ED1C3-3D8B-4B5F-9EF7-CF42346C656A}"/>
              </a:ext>
            </a:extLst>
          </p:cNvPr>
          <p:cNvSpPr>
            <a:spLocks xmlns:a="http://schemas.openxmlformats.org/drawingml/2006/main" noGrp="1"/>
          </p:cNvSpPr>
          <p:nvPr/>
        </p:nvSpPr>
        <p:spPr>
          <a:xfrm xmlns:a="http://schemas.openxmlformats.org/drawingml/2006/main">
            <a:off x="609600" y="169545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BBC9D1"/>
                </a:solidFill>
                <a:latin typeface="Segoe UI"/>
                <a:ea typeface="Segoe UI"/>
                <a:cs typeface="Segoe UI"/>
              </a:defRPr>
            </a:defPPr>
            <a:lvl1pPr algn="l">
              <a:defRPr sz="1350" b="1">
                <a:solidFill>
                  <a:srgbClr val="BBC9D1"/>
                </a:solidFill>
                <a:latin typeface="Segoe UI"/>
                <a:ea typeface="Segoe UI"/>
                <a:cs typeface="Segoe UI"/>
              </a:defRPr>
            </a:lvl1pPr>
            <a:lvl2pPr algn="l">
              <a:defRPr sz="1350" b="1">
                <a:solidFill>
                  <a:srgbClr val="BBC9D1"/>
                </a:solidFill>
                <a:latin typeface="Segoe UI"/>
                <a:ea typeface="Segoe UI"/>
                <a:cs typeface="Segoe UI"/>
              </a:defRPr>
            </a:lvl2pPr>
            <a:lvl3pPr algn="l">
              <a:defRPr sz="1350" b="1">
                <a:solidFill>
                  <a:srgbClr val="BBC9D1"/>
                </a:solidFill>
                <a:latin typeface="Segoe UI"/>
                <a:ea typeface="Segoe UI"/>
                <a:cs typeface="Segoe UI"/>
              </a:defRPr>
            </a:lvl3pPr>
            <a:lvl4pPr algn="l">
              <a:defRPr sz="1350" b="1">
                <a:solidFill>
                  <a:srgbClr val="BBC9D1"/>
                </a:solidFill>
                <a:latin typeface="Segoe UI"/>
                <a:ea typeface="Segoe UI"/>
                <a:cs typeface="Segoe UI"/>
              </a:defRPr>
            </a:lvl4pPr>
            <a:lvl5pPr algn="l">
              <a:defRPr sz="1350" b="1">
                <a:solidFill>
                  <a:srgbClr val="BBC9D1"/>
                </a:solidFill>
                <a:latin typeface="Segoe UI"/>
                <a:ea typeface="Segoe UI"/>
                <a:cs typeface="Segoe UI"/>
              </a:defRPr>
            </a:lvl5pPr>
            <a:lvl6pPr algn="l">
              <a:defRPr sz="1350" b="1">
                <a:solidFill>
                  <a:srgbClr val="BBC9D1"/>
                </a:solidFill>
                <a:latin typeface="Segoe UI"/>
                <a:ea typeface="Segoe UI"/>
                <a:cs typeface="Segoe UI"/>
              </a:defRPr>
            </a:lvl6pPr>
            <a:lvl7pPr algn="l">
              <a:defRPr sz="1350" b="1">
                <a:solidFill>
                  <a:srgbClr val="BBC9D1"/>
                </a:solidFill>
                <a:latin typeface="Segoe UI"/>
                <a:ea typeface="Segoe UI"/>
                <a:cs typeface="Segoe UI"/>
              </a:defRPr>
            </a:lvl7pPr>
            <a:lvl8pPr algn="l">
              <a:defRPr sz="1350" b="1">
                <a:solidFill>
                  <a:srgbClr val="BBC9D1"/>
                </a:solidFill>
                <a:latin typeface="Segoe UI"/>
                <a:ea typeface="Segoe UI"/>
                <a:cs typeface="Segoe UI"/>
              </a:defRPr>
            </a:lvl8pPr>
            <a:lvl9pPr algn="l">
              <a:defRPr sz="1350" b="1">
                <a:solidFill>
                  <a:srgbClr val="BBC9D1"/>
                </a:solidFill>
                <a:latin typeface="Segoe UI"/>
                <a:ea typeface="Segoe UI"/>
                <a:cs typeface="Segoe UI"/>
              </a:defRPr>
            </a:lvl9pPr>
          </a:lstStyle>
          <a:p xmlns:a="http://schemas.openxmlformats.org/drawingml/2006/main">
            <a:pPr algn="l">
              <a:defRPr sz="1350" b="1">
                <a:solidFill>
                  <a:srgbClr val="BBC9D1"/>
                </a:solidFill>
                <a:latin typeface="Segoe UI"/>
                <a:ea typeface="Segoe UI"/>
                <a:cs typeface="Segoe UI"/>
              </a:defRPr>
            </a:pPr>
            <a:r>
              <a:rPr sz="1350" b="1">
                <a:solidFill>
                  <a:srgbClr val="BBC9D1"/>
                </a:solidFill>
                <a:latin typeface="Segoe UI"/>
                <a:ea typeface="Segoe UI"/>
                <a:cs typeface="Segoe UI"/>
              </a:rPr>
              <a:t>CALLER</a:t>
            </a:r>
          </a:p>
        </p:txBody>
      </p:sp>
      <p:sp>
        <p:nvSpPr>
          <p:cNvPr id="6" name="text-37">
            <a:extLst xmlns:a="http://schemas.openxmlformats.org/drawingml/2006/main">
              <a:ext uri="{FF2B5EF4-FFF2-40B4-BE49-F238E27FC236}">
                <a16:creationId xmlns:a16="http://schemas.microsoft.com/office/drawing/2014/main" id="{60AAD72F-3D0B-49B3-B845-E20E7FD95263}"/>
              </a:ext>
            </a:extLst>
          </p:cNvPr>
          <p:cNvSpPr>
            <a:spLocks xmlns:a="http://schemas.openxmlformats.org/drawingml/2006/main" noGrp="1"/>
          </p:cNvSpPr>
          <p:nvPr/>
        </p:nvSpPr>
        <p:spPr>
          <a:xfrm xmlns:a="http://schemas.openxmlformats.org/drawingml/2006/main">
            <a:off x="1971675" y="16764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2F6F8"/>
                </a:solidFill>
                <a:latin typeface="Segoe UI"/>
                <a:ea typeface="Segoe UI"/>
                <a:cs typeface="Segoe UI"/>
              </a:defRPr>
            </a:defPPr>
            <a:lvl1pPr algn="l">
              <a:defRPr sz="1950" b="0">
                <a:solidFill>
                  <a:srgbClr val="F2F6F8"/>
                </a:solidFill>
                <a:latin typeface="Segoe UI"/>
                <a:ea typeface="Segoe UI"/>
                <a:cs typeface="Segoe UI"/>
              </a:defRPr>
            </a:lvl1pPr>
            <a:lvl2pPr algn="l">
              <a:defRPr sz="1950" b="0">
                <a:solidFill>
                  <a:srgbClr val="F2F6F8"/>
                </a:solidFill>
                <a:latin typeface="Segoe UI"/>
                <a:ea typeface="Segoe UI"/>
                <a:cs typeface="Segoe UI"/>
              </a:defRPr>
            </a:lvl2pPr>
            <a:lvl3pPr algn="l">
              <a:defRPr sz="1950" b="0">
                <a:solidFill>
                  <a:srgbClr val="F2F6F8"/>
                </a:solidFill>
                <a:latin typeface="Segoe UI"/>
                <a:ea typeface="Segoe UI"/>
                <a:cs typeface="Segoe UI"/>
              </a:defRPr>
            </a:lvl3pPr>
            <a:lvl4pPr algn="l">
              <a:defRPr sz="1950" b="0">
                <a:solidFill>
                  <a:srgbClr val="F2F6F8"/>
                </a:solidFill>
                <a:latin typeface="Segoe UI"/>
                <a:ea typeface="Segoe UI"/>
                <a:cs typeface="Segoe UI"/>
              </a:defRPr>
            </a:lvl4pPr>
            <a:lvl5pPr algn="l">
              <a:defRPr sz="1950" b="0">
                <a:solidFill>
                  <a:srgbClr val="F2F6F8"/>
                </a:solidFill>
                <a:latin typeface="Segoe UI"/>
                <a:ea typeface="Segoe UI"/>
                <a:cs typeface="Segoe UI"/>
              </a:defRPr>
            </a:lvl5pPr>
            <a:lvl6pPr algn="l">
              <a:defRPr sz="1950" b="0">
                <a:solidFill>
                  <a:srgbClr val="F2F6F8"/>
                </a:solidFill>
                <a:latin typeface="Segoe UI"/>
                <a:ea typeface="Segoe UI"/>
                <a:cs typeface="Segoe UI"/>
              </a:defRPr>
            </a:lvl6pPr>
            <a:lvl7pPr algn="l">
              <a:defRPr sz="1950" b="0">
                <a:solidFill>
                  <a:srgbClr val="F2F6F8"/>
                </a:solidFill>
                <a:latin typeface="Segoe UI"/>
                <a:ea typeface="Segoe UI"/>
                <a:cs typeface="Segoe UI"/>
              </a:defRPr>
            </a:lvl7pPr>
            <a:lvl8pPr algn="l">
              <a:defRPr sz="1950" b="0">
                <a:solidFill>
                  <a:srgbClr val="F2F6F8"/>
                </a:solidFill>
                <a:latin typeface="Segoe UI"/>
                <a:ea typeface="Segoe UI"/>
                <a:cs typeface="Segoe UI"/>
              </a:defRPr>
            </a:lvl8pPr>
            <a:lvl9pPr algn="l">
              <a:defRPr sz="1950" b="0">
                <a:solidFill>
                  <a:srgbClr val="F2F6F8"/>
                </a:solidFill>
                <a:latin typeface="Segoe UI"/>
                <a:ea typeface="Segoe UI"/>
                <a:cs typeface="Segoe UI"/>
              </a:defRPr>
            </a:lvl9pPr>
          </a:lstStyle>
          <a:p xmlns:a="http://schemas.openxmlformats.org/drawingml/2006/main">
            <a:pPr algn="l">
              <a:defRPr sz="1950" b="0">
                <a:solidFill>
                  <a:srgbClr val="F2F6F8"/>
                </a:solidFill>
                <a:latin typeface="Segoe UI"/>
                <a:ea typeface="Segoe UI"/>
                <a:cs typeface="Segoe UI"/>
              </a:defRPr>
            </a:pPr>
            <a:r>
              <a:rPr sz="1950" b="0">
                <a:solidFill>
                  <a:srgbClr val="F2F6F8"/>
                </a:solidFill>
                <a:latin typeface="Segoe UI"/>
                <a:ea typeface="Segoe UI"/>
                <a:cs typeface="Segoe UI"/>
              </a:rPr>
              <a:t>Task + scope + checks + clean baseline</a:t>
            </a:r>
          </a:p>
        </p:txBody>
      </p:sp>
      <p:sp>
        <p:nvSpPr>
          <p:cNvPr id="7" name="shape-38">
            <a:extLst xmlns:a="http://schemas.openxmlformats.org/drawingml/2006/main">
              <a:ext uri="{FF2B5EF4-FFF2-40B4-BE49-F238E27FC236}">
                <a16:creationId xmlns:a16="http://schemas.microsoft.com/office/drawing/2014/main" id="{191E960C-4E13-417D-BB16-D07A42A236C5}"/>
              </a:ext>
            </a:extLst>
          </p:cNvPr>
          <p:cNvSpPr>
            <a:spLocks xmlns:a="http://schemas.openxmlformats.org/drawingml/2006/main" noGrp="1"/>
          </p:cNvSpPr>
          <p:nvPr/>
        </p:nvSpPr>
        <p:spPr>
          <a:xfrm xmlns:a="http://schemas.openxmlformats.org/drawingml/2006/main">
            <a:off x="609600" y="2286000"/>
            <a:ext cx="3162300" cy="1076325"/>
          </a:xfrm>
          <a:prstGeom xmlns:a="http://schemas.openxmlformats.org/drawingml/2006/main" prst="rect">
            <a:avLst/>
          </a:prstGeom>
          <a:solidFill xmlns:a="http://schemas.openxmlformats.org/drawingml/2006/main">
            <a:srgbClr val="1A252D"/>
          </a:solidFill>
          <a:ln xmlns:a="http://schemas.openxmlformats.org/drawingml/2006/main" w="0">
            <a:noFill/>
            <a:prstDash val="solid"/>
          </a:ln>
        </p:spPr>
      </p:sp>
      <p:sp>
        <p:nvSpPr>
          <p:cNvPr id="8" name="shape-39">
            <a:extLst xmlns:a="http://schemas.openxmlformats.org/drawingml/2006/main">
              <a:ext uri="{FF2B5EF4-FFF2-40B4-BE49-F238E27FC236}">
                <a16:creationId xmlns:a16="http://schemas.microsoft.com/office/drawing/2014/main" id="{9C9E3857-58E6-40CB-A8FD-776C863C461C}"/>
              </a:ext>
            </a:extLst>
          </p:cNvPr>
          <p:cNvSpPr>
            <a:spLocks xmlns:a="http://schemas.openxmlformats.org/drawingml/2006/main" noGrp="1"/>
          </p:cNvSpPr>
          <p:nvPr/>
        </p:nvSpPr>
        <p:spPr>
          <a:xfrm xmlns:a="http://schemas.openxmlformats.org/drawingml/2006/main">
            <a:off x="609600" y="2286000"/>
            <a:ext cx="38100" cy="1076325"/>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9" name="text-40">
            <a:extLst xmlns:a="http://schemas.openxmlformats.org/drawingml/2006/main">
              <a:ext uri="{FF2B5EF4-FFF2-40B4-BE49-F238E27FC236}">
                <a16:creationId xmlns:a16="http://schemas.microsoft.com/office/drawing/2014/main" id="{3D862FEE-6380-4BFF-B69B-AA4C82DFBB47}"/>
              </a:ext>
            </a:extLst>
          </p:cNvPr>
          <p:cNvSpPr>
            <a:spLocks xmlns:a="http://schemas.openxmlformats.org/drawingml/2006/main" noGrp="1"/>
          </p:cNvSpPr>
          <p:nvPr/>
        </p:nvSpPr>
        <p:spPr>
          <a:xfrm xmlns:a="http://schemas.openxmlformats.org/drawingml/2006/main">
            <a:off x="781050" y="2400300"/>
            <a:ext cx="2876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BBC9D1"/>
                </a:solidFill>
                <a:latin typeface="Segoe UI"/>
                <a:ea typeface="Segoe UI"/>
                <a:cs typeface="Segoe UI"/>
              </a:defRPr>
            </a:defPPr>
            <a:lvl1pPr algn="l">
              <a:defRPr sz="1875" b="1">
                <a:solidFill>
                  <a:srgbClr val="BBC9D1"/>
                </a:solidFill>
                <a:latin typeface="Segoe UI"/>
                <a:ea typeface="Segoe UI"/>
                <a:cs typeface="Segoe UI"/>
              </a:defRPr>
            </a:lvl1pPr>
            <a:lvl2pPr algn="l">
              <a:defRPr sz="1875" b="1">
                <a:solidFill>
                  <a:srgbClr val="BBC9D1"/>
                </a:solidFill>
                <a:latin typeface="Segoe UI"/>
                <a:ea typeface="Segoe UI"/>
                <a:cs typeface="Segoe UI"/>
              </a:defRPr>
            </a:lvl2pPr>
            <a:lvl3pPr algn="l">
              <a:defRPr sz="1875" b="1">
                <a:solidFill>
                  <a:srgbClr val="BBC9D1"/>
                </a:solidFill>
                <a:latin typeface="Segoe UI"/>
                <a:ea typeface="Segoe UI"/>
                <a:cs typeface="Segoe UI"/>
              </a:defRPr>
            </a:lvl3pPr>
            <a:lvl4pPr algn="l">
              <a:defRPr sz="1875" b="1">
                <a:solidFill>
                  <a:srgbClr val="BBC9D1"/>
                </a:solidFill>
                <a:latin typeface="Segoe UI"/>
                <a:ea typeface="Segoe UI"/>
                <a:cs typeface="Segoe UI"/>
              </a:defRPr>
            </a:lvl4pPr>
            <a:lvl5pPr algn="l">
              <a:defRPr sz="1875" b="1">
                <a:solidFill>
                  <a:srgbClr val="BBC9D1"/>
                </a:solidFill>
                <a:latin typeface="Segoe UI"/>
                <a:ea typeface="Segoe UI"/>
                <a:cs typeface="Segoe UI"/>
              </a:defRPr>
            </a:lvl5pPr>
            <a:lvl6pPr algn="l">
              <a:defRPr sz="1875" b="1">
                <a:solidFill>
                  <a:srgbClr val="BBC9D1"/>
                </a:solidFill>
                <a:latin typeface="Segoe UI"/>
                <a:ea typeface="Segoe UI"/>
                <a:cs typeface="Segoe UI"/>
              </a:defRPr>
            </a:lvl6pPr>
            <a:lvl7pPr algn="l">
              <a:defRPr sz="1875" b="1">
                <a:solidFill>
                  <a:srgbClr val="BBC9D1"/>
                </a:solidFill>
                <a:latin typeface="Segoe UI"/>
                <a:ea typeface="Segoe UI"/>
                <a:cs typeface="Segoe UI"/>
              </a:defRPr>
            </a:lvl7pPr>
            <a:lvl8pPr algn="l">
              <a:defRPr sz="1875" b="1">
                <a:solidFill>
                  <a:srgbClr val="BBC9D1"/>
                </a:solidFill>
                <a:latin typeface="Segoe UI"/>
                <a:ea typeface="Segoe UI"/>
                <a:cs typeface="Segoe UI"/>
              </a:defRPr>
            </a:lvl8pPr>
            <a:lvl9pPr algn="l">
              <a:defRPr sz="1875" b="1">
                <a:solidFill>
                  <a:srgbClr val="BBC9D1"/>
                </a:solidFill>
                <a:latin typeface="Segoe UI"/>
                <a:ea typeface="Segoe UI"/>
                <a:cs typeface="Segoe UI"/>
              </a:defRPr>
            </a:lvl9pPr>
          </a:lstStyle>
          <a:p xmlns:a="http://schemas.openxmlformats.org/drawingml/2006/main">
            <a:pPr algn="l">
              <a:defRPr sz="1875" b="1">
                <a:solidFill>
                  <a:srgbClr val="BBC9D1"/>
                </a:solidFill>
                <a:latin typeface="Segoe UI"/>
                <a:ea typeface="Segoe UI"/>
                <a:cs typeface="Segoe UI"/>
              </a:defRPr>
            </a:pPr>
            <a:r>
              <a:rPr sz="1875" b="1">
                <a:solidFill>
                  <a:srgbClr val="BBC9D1"/>
                </a:solidFill>
                <a:latin typeface="Segoe UI"/>
                <a:ea typeface="Segoe UI"/>
                <a:cs typeface="Segoe UI"/>
              </a:rPr>
              <a:t>Worker process</a:t>
            </a:r>
          </a:p>
        </p:txBody>
      </p:sp>
      <p:sp>
        <p:nvSpPr>
          <p:cNvPr id="10" name="text-41">
            <a:extLst xmlns:a="http://schemas.openxmlformats.org/drawingml/2006/main">
              <a:ext uri="{FF2B5EF4-FFF2-40B4-BE49-F238E27FC236}">
                <a16:creationId xmlns:a16="http://schemas.microsoft.com/office/drawing/2014/main" id="{1FB08950-994C-4689-8774-C747E9FDE673}"/>
              </a:ext>
            </a:extLst>
          </p:cNvPr>
          <p:cNvSpPr>
            <a:spLocks xmlns:a="http://schemas.openxmlformats.org/drawingml/2006/main" noGrp="1"/>
          </p:cNvSpPr>
          <p:nvPr/>
        </p:nvSpPr>
        <p:spPr>
          <a:xfrm xmlns:a="http://schemas.openxmlformats.org/drawingml/2006/main">
            <a:off x="781050" y="2781300"/>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QwenWorker / worker.py</a:t>
            </a:r>
          </a:p>
        </p:txBody>
      </p:sp>
      <p:sp>
        <p:nvSpPr>
          <p:cNvPr id="11" name="shape-42">
            <a:extLst xmlns:a="http://schemas.openxmlformats.org/drawingml/2006/main">
              <a:ext uri="{FF2B5EF4-FFF2-40B4-BE49-F238E27FC236}">
                <a16:creationId xmlns:a16="http://schemas.microsoft.com/office/drawing/2014/main" id="{4CD320C7-DFFB-45E1-8E2F-90419D48E2D6}"/>
              </a:ext>
            </a:extLst>
          </p:cNvPr>
          <p:cNvSpPr>
            <a:spLocks xmlns:a="http://schemas.openxmlformats.org/drawingml/2006/main" noGrp="1"/>
          </p:cNvSpPr>
          <p:nvPr/>
        </p:nvSpPr>
        <p:spPr>
          <a:xfrm xmlns:a="http://schemas.openxmlformats.org/drawingml/2006/main">
            <a:off x="4514850" y="2286000"/>
            <a:ext cx="3162300" cy="1076325"/>
          </a:xfrm>
          <a:prstGeom xmlns:a="http://schemas.openxmlformats.org/drawingml/2006/main" prst="rect">
            <a:avLst/>
          </a:prstGeom>
          <a:solidFill xmlns:a="http://schemas.openxmlformats.org/drawingml/2006/main">
            <a:srgbClr val="1A252D"/>
          </a:solidFill>
          <a:ln xmlns:a="http://schemas.openxmlformats.org/drawingml/2006/main" w="0">
            <a:noFill/>
            <a:prstDash val="solid"/>
          </a:ln>
        </p:spPr>
      </p:sp>
      <p:sp>
        <p:nvSpPr>
          <p:cNvPr id="12" name="shape-43">
            <a:extLst xmlns:a="http://schemas.openxmlformats.org/drawingml/2006/main">
              <a:ext uri="{FF2B5EF4-FFF2-40B4-BE49-F238E27FC236}">
                <a16:creationId xmlns:a16="http://schemas.microsoft.com/office/drawing/2014/main" id="{A90ABBFD-8B10-42F8-9CEC-2250CA715ED5}"/>
              </a:ext>
            </a:extLst>
          </p:cNvPr>
          <p:cNvSpPr>
            <a:spLocks xmlns:a="http://schemas.openxmlformats.org/drawingml/2006/main" noGrp="1"/>
          </p:cNvSpPr>
          <p:nvPr/>
        </p:nvSpPr>
        <p:spPr>
          <a:xfrm xmlns:a="http://schemas.openxmlformats.org/drawingml/2006/main">
            <a:off x="4514850" y="2286000"/>
            <a:ext cx="38100" cy="107632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13" name="text-44">
            <a:extLst xmlns:a="http://schemas.openxmlformats.org/drawingml/2006/main">
              <a:ext uri="{FF2B5EF4-FFF2-40B4-BE49-F238E27FC236}">
                <a16:creationId xmlns:a16="http://schemas.microsoft.com/office/drawing/2014/main" id="{770293C2-5FAF-43E6-AC51-7570A79E26A8}"/>
              </a:ext>
            </a:extLst>
          </p:cNvPr>
          <p:cNvSpPr>
            <a:spLocks xmlns:a="http://schemas.openxmlformats.org/drawingml/2006/main" noGrp="1"/>
          </p:cNvSpPr>
          <p:nvPr/>
        </p:nvSpPr>
        <p:spPr>
          <a:xfrm xmlns:a="http://schemas.openxmlformats.org/drawingml/2006/main">
            <a:off x="4686300" y="2400300"/>
            <a:ext cx="2876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6DE0CE"/>
                </a:solidFill>
                <a:latin typeface="Segoe UI"/>
                <a:ea typeface="Segoe UI"/>
                <a:cs typeface="Segoe UI"/>
              </a:defRPr>
            </a:defPPr>
            <a:lvl1pPr algn="l">
              <a:defRPr sz="1875" b="1">
                <a:solidFill>
                  <a:srgbClr val="6DE0CE"/>
                </a:solidFill>
                <a:latin typeface="Segoe UI"/>
                <a:ea typeface="Segoe UI"/>
                <a:cs typeface="Segoe UI"/>
              </a:defRPr>
            </a:lvl1pPr>
            <a:lvl2pPr algn="l">
              <a:defRPr sz="1875" b="1">
                <a:solidFill>
                  <a:srgbClr val="6DE0CE"/>
                </a:solidFill>
                <a:latin typeface="Segoe UI"/>
                <a:ea typeface="Segoe UI"/>
                <a:cs typeface="Segoe UI"/>
              </a:defRPr>
            </a:lvl2pPr>
            <a:lvl3pPr algn="l">
              <a:defRPr sz="1875" b="1">
                <a:solidFill>
                  <a:srgbClr val="6DE0CE"/>
                </a:solidFill>
                <a:latin typeface="Segoe UI"/>
                <a:ea typeface="Segoe UI"/>
                <a:cs typeface="Segoe UI"/>
              </a:defRPr>
            </a:lvl3pPr>
            <a:lvl4pPr algn="l">
              <a:defRPr sz="1875" b="1">
                <a:solidFill>
                  <a:srgbClr val="6DE0CE"/>
                </a:solidFill>
                <a:latin typeface="Segoe UI"/>
                <a:ea typeface="Segoe UI"/>
                <a:cs typeface="Segoe UI"/>
              </a:defRPr>
            </a:lvl4pPr>
            <a:lvl5pPr algn="l">
              <a:defRPr sz="1875" b="1">
                <a:solidFill>
                  <a:srgbClr val="6DE0CE"/>
                </a:solidFill>
                <a:latin typeface="Segoe UI"/>
                <a:ea typeface="Segoe UI"/>
                <a:cs typeface="Segoe UI"/>
              </a:defRPr>
            </a:lvl5pPr>
            <a:lvl6pPr algn="l">
              <a:defRPr sz="1875" b="1">
                <a:solidFill>
                  <a:srgbClr val="6DE0CE"/>
                </a:solidFill>
                <a:latin typeface="Segoe UI"/>
                <a:ea typeface="Segoe UI"/>
                <a:cs typeface="Segoe UI"/>
              </a:defRPr>
            </a:lvl6pPr>
            <a:lvl7pPr algn="l">
              <a:defRPr sz="1875" b="1">
                <a:solidFill>
                  <a:srgbClr val="6DE0CE"/>
                </a:solidFill>
                <a:latin typeface="Segoe UI"/>
                <a:ea typeface="Segoe UI"/>
                <a:cs typeface="Segoe UI"/>
              </a:defRPr>
            </a:lvl7pPr>
            <a:lvl8pPr algn="l">
              <a:defRPr sz="1875" b="1">
                <a:solidFill>
                  <a:srgbClr val="6DE0CE"/>
                </a:solidFill>
                <a:latin typeface="Segoe UI"/>
                <a:ea typeface="Segoe UI"/>
                <a:cs typeface="Segoe UI"/>
              </a:defRPr>
            </a:lvl8pPr>
            <a:lvl9pPr algn="l">
              <a:defRPr sz="1875" b="1">
                <a:solidFill>
                  <a:srgbClr val="6DE0CE"/>
                </a:solidFill>
                <a:latin typeface="Segoe UI"/>
                <a:ea typeface="Segoe UI"/>
                <a:cs typeface="Segoe UI"/>
              </a:defRPr>
            </a:lvl9pPr>
          </a:lstStyle>
          <a:p xmlns:a="http://schemas.openxmlformats.org/drawingml/2006/main">
            <a:pPr algn="l">
              <a:defRPr sz="1875" b="1">
                <a:solidFill>
                  <a:srgbClr val="6DE0CE"/>
                </a:solidFill>
                <a:latin typeface="Segoe UI"/>
                <a:ea typeface="Segoe UI"/>
                <a:cs typeface="Segoe UI"/>
              </a:defRPr>
            </a:pPr>
            <a:r>
              <a:rPr sz="1875" b="1">
                <a:solidFill>
                  <a:srgbClr val="6DE0CE"/>
                </a:solidFill>
                <a:latin typeface="Segoe UI"/>
                <a:ea typeface="Segoe UI"/>
                <a:cs typeface="Segoe UI"/>
              </a:rPr>
              <a:t>Git observations</a:t>
            </a:r>
          </a:p>
        </p:txBody>
      </p:sp>
      <p:sp>
        <p:nvSpPr>
          <p:cNvPr id="14" name="text-45">
            <a:extLst xmlns:a="http://schemas.openxmlformats.org/drawingml/2006/main">
              <a:ext uri="{FF2B5EF4-FFF2-40B4-BE49-F238E27FC236}">
                <a16:creationId xmlns:a16="http://schemas.microsoft.com/office/drawing/2014/main" id="{F5C3723D-E2F0-4027-9509-9C94D1C1BBC6}"/>
              </a:ext>
            </a:extLst>
          </p:cNvPr>
          <p:cNvSpPr>
            <a:spLocks xmlns:a="http://schemas.openxmlformats.org/drawingml/2006/main" noGrp="1"/>
          </p:cNvSpPr>
          <p:nvPr/>
        </p:nvSpPr>
        <p:spPr>
          <a:xfrm xmlns:a="http://schemas.openxmlformats.org/drawingml/2006/main">
            <a:off x="4686300" y="2781300"/>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git.py • after worker exits</a:t>
            </a:r>
          </a:p>
        </p:txBody>
      </p:sp>
      <p:sp>
        <p:nvSpPr>
          <p:cNvPr id="15" name="shape-46">
            <a:extLst xmlns:a="http://schemas.openxmlformats.org/drawingml/2006/main">
              <a:ext uri="{FF2B5EF4-FFF2-40B4-BE49-F238E27FC236}">
                <a16:creationId xmlns:a16="http://schemas.microsoft.com/office/drawing/2014/main" id="{7EFA7F17-EBA4-4BF7-AED6-320735BD7823}"/>
              </a:ext>
            </a:extLst>
          </p:cNvPr>
          <p:cNvSpPr>
            <a:spLocks xmlns:a="http://schemas.openxmlformats.org/drawingml/2006/main" noGrp="1"/>
          </p:cNvSpPr>
          <p:nvPr/>
        </p:nvSpPr>
        <p:spPr>
          <a:xfrm xmlns:a="http://schemas.openxmlformats.org/drawingml/2006/main">
            <a:off x="8420100" y="2286000"/>
            <a:ext cx="3162300" cy="1076325"/>
          </a:xfrm>
          <a:prstGeom xmlns:a="http://schemas.openxmlformats.org/drawingml/2006/main" prst="rect">
            <a:avLst/>
          </a:prstGeom>
          <a:solidFill xmlns:a="http://schemas.openxmlformats.org/drawingml/2006/main">
            <a:srgbClr val="1A252D"/>
          </a:solidFill>
          <a:ln xmlns:a="http://schemas.openxmlformats.org/drawingml/2006/main" w="0">
            <a:noFill/>
            <a:prstDash val="solid"/>
          </a:ln>
        </p:spPr>
      </p:sp>
      <p:sp>
        <p:nvSpPr>
          <p:cNvPr id="16" name="shape-47">
            <a:extLst xmlns:a="http://schemas.openxmlformats.org/drawingml/2006/main">
              <a:ext uri="{FF2B5EF4-FFF2-40B4-BE49-F238E27FC236}">
                <a16:creationId xmlns:a16="http://schemas.microsoft.com/office/drawing/2014/main" id="{DB3EE792-5128-4237-92D6-5CD5AB8554D6}"/>
              </a:ext>
            </a:extLst>
          </p:cNvPr>
          <p:cNvSpPr>
            <a:spLocks xmlns:a="http://schemas.openxmlformats.org/drawingml/2006/main" noGrp="1"/>
          </p:cNvSpPr>
          <p:nvPr/>
        </p:nvSpPr>
        <p:spPr>
          <a:xfrm xmlns:a="http://schemas.openxmlformats.org/drawingml/2006/main">
            <a:off x="8420100" y="2286000"/>
            <a:ext cx="38100" cy="107632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17" name="text-48">
            <a:extLst xmlns:a="http://schemas.openxmlformats.org/drawingml/2006/main">
              <a:ext uri="{FF2B5EF4-FFF2-40B4-BE49-F238E27FC236}">
                <a16:creationId xmlns:a16="http://schemas.microsoft.com/office/drawing/2014/main" id="{8AC5FDC9-D322-4328-AEF0-7F42E94E843A}"/>
              </a:ext>
            </a:extLst>
          </p:cNvPr>
          <p:cNvSpPr>
            <a:spLocks xmlns:a="http://schemas.openxmlformats.org/drawingml/2006/main" noGrp="1"/>
          </p:cNvSpPr>
          <p:nvPr/>
        </p:nvSpPr>
        <p:spPr>
          <a:xfrm xmlns:a="http://schemas.openxmlformats.org/drawingml/2006/main">
            <a:off x="8591550" y="2400300"/>
            <a:ext cx="2876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6DE0CE"/>
                </a:solidFill>
                <a:latin typeface="Segoe UI"/>
                <a:ea typeface="Segoe UI"/>
                <a:cs typeface="Segoe UI"/>
              </a:defRPr>
            </a:defPPr>
            <a:lvl1pPr algn="l">
              <a:defRPr sz="1875" b="1">
                <a:solidFill>
                  <a:srgbClr val="6DE0CE"/>
                </a:solidFill>
                <a:latin typeface="Segoe UI"/>
                <a:ea typeface="Segoe UI"/>
                <a:cs typeface="Segoe UI"/>
              </a:defRPr>
            </a:lvl1pPr>
            <a:lvl2pPr algn="l">
              <a:defRPr sz="1875" b="1">
                <a:solidFill>
                  <a:srgbClr val="6DE0CE"/>
                </a:solidFill>
                <a:latin typeface="Segoe UI"/>
                <a:ea typeface="Segoe UI"/>
                <a:cs typeface="Segoe UI"/>
              </a:defRPr>
            </a:lvl2pPr>
            <a:lvl3pPr algn="l">
              <a:defRPr sz="1875" b="1">
                <a:solidFill>
                  <a:srgbClr val="6DE0CE"/>
                </a:solidFill>
                <a:latin typeface="Segoe UI"/>
                <a:ea typeface="Segoe UI"/>
                <a:cs typeface="Segoe UI"/>
              </a:defRPr>
            </a:lvl3pPr>
            <a:lvl4pPr algn="l">
              <a:defRPr sz="1875" b="1">
                <a:solidFill>
                  <a:srgbClr val="6DE0CE"/>
                </a:solidFill>
                <a:latin typeface="Segoe UI"/>
                <a:ea typeface="Segoe UI"/>
                <a:cs typeface="Segoe UI"/>
              </a:defRPr>
            </a:lvl4pPr>
            <a:lvl5pPr algn="l">
              <a:defRPr sz="1875" b="1">
                <a:solidFill>
                  <a:srgbClr val="6DE0CE"/>
                </a:solidFill>
                <a:latin typeface="Segoe UI"/>
                <a:ea typeface="Segoe UI"/>
                <a:cs typeface="Segoe UI"/>
              </a:defRPr>
            </a:lvl5pPr>
            <a:lvl6pPr algn="l">
              <a:defRPr sz="1875" b="1">
                <a:solidFill>
                  <a:srgbClr val="6DE0CE"/>
                </a:solidFill>
                <a:latin typeface="Segoe UI"/>
                <a:ea typeface="Segoe UI"/>
                <a:cs typeface="Segoe UI"/>
              </a:defRPr>
            </a:lvl6pPr>
            <a:lvl7pPr algn="l">
              <a:defRPr sz="1875" b="1">
                <a:solidFill>
                  <a:srgbClr val="6DE0CE"/>
                </a:solidFill>
                <a:latin typeface="Segoe UI"/>
                <a:ea typeface="Segoe UI"/>
                <a:cs typeface="Segoe UI"/>
              </a:defRPr>
            </a:lvl7pPr>
            <a:lvl8pPr algn="l">
              <a:defRPr sz="1875" b="1">
                <a:solidFill>
                  <a:srgbClr val="6DE0CE"/>
                </a:solidFill>
                <a:latin typeface="Segoe UI"/>
                <a:ea typeface="Segoe UI"/>
                <a:cs typeface="Segoe UI"/>
              </a:defRPr>
            </a:lvl8pPr>
            <a:lvl9pPr algn="l">
              <a:defRPr sz="1875" b="1">
                <a:solidFill>
                  <a:srgbClr val="6DE0CE"/>
                </a:solidFill>
                <a:latin typeface="Segoe UI"/>
                <a:ea typeface="Segoe UI"/>
                <a:cs typeface="Segoe UI"/>
              </a:defRPr>
            </a:lvl9pPr>
          </a:lstStyle>
          <a:p xmlns:a="http://schemas.openxmlformats.org/drawingml/2006/main">
            <a:pPr algn="l">
              <a:defRPr sz="1875" b="1">
                <a:solidFill>
                  <a:srgbClr val="6DE0CE"/>
                </a:solidFill>
                <a:latin typeface="Segoe UI"/>
                <a:ea typeface="Segoe UI"/>
                <a:cs typeface="Segoe UI"/>
              </a:defRPr>
            </a:pPr>
            <a:r>
              <a:rPr sz="1875" b="1">
                <a:solidFill>
                  <a:srgbClr val="6DE0CE"/>
                </a:solidFill>
                <a:latin typeface="Segoe UI"/>
                <a:ea typeface="Segoe UI"/>
                <a:cs typeface="Segoe UI"/>
              </a:rPr>
              <a:t>Configured checks</a:t>
            </a:r>
          </a:p>
        </p:txBody>
      </p:sp>
      <p:sp>
        <p:nvSpPr>
          <p:cNvPr id="18" name="text-49">
            <a:extLst xmlns:a="http://schemas.openxmlformats.org/drawingml/2006/main">
              <a:ext uri="{FF2B5EF4-FFF2-40B4-BE49-F238E27FC236}">
                <a16:creationId xmlns:a16="http://schemas.microsoft.com/office/drawing/2014/main" id="{BECE9304-795F-41D3-A18A-71F2580ABB3C}"/>
              </a:ext>
            </a:extLst>
          </p:cNvPr>
          <p:cNvSpPr>
            <a:spLocks xmlns:a="http://schemas.openxmlformats.org/drawingml/2006/main" noGrp="1"/>
          </p:cNvSpPr>
          <p:nvPr/>
        </p:nvSpPr>
        <p:spPr>
          <a:xfrm xmlns:a="http://schemas.openxmlformats.org/drawingml/2006/main">
            <a:off x="8591550" y="2781300"/>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verifier.py + process.py</a:t>
            </a:r>
          </a:p>
        </p:txBody>
      </p:sp>
      <p:sp>
        <p:nvSpPr>
          <p:cNvPr id="19" name="">
            <a:extLst xmlns:a="http://schemas.openxmlformats.org/drawingml/2006/main">
              <a:ext uri="{FF2B5EF4-FFF2-40B4-BE49-F238E27FC236}">
                <a16:creationId xmlns:a16="http://schemas.microsoft.com/office/drawing/2014/main" id="{3E9B9741-117B-4ECD-8A8D-CDE685F027A1}"/>
              </a:ext>
            </a:extLst>
          </p:cNvPr>
          <p:cNvSpPr>
            <a:spLocks xmlns:a="http://schemas.openxmlformats.org/drawingml/2006/main" noGrp="1"/>
          </p:cNvSpPr>
          <p:nvPr/>
        </p:nvSpPr>
        <p:spPr>
          <a:xfrm xmlns:a="http://schemas.openxmlformats.org/drawingml/2006/main">
            <a:off x="3962400" y="2705100"/>
            <a:ext cx="323850"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95BEC63-FE30-4568-A4B3-DD9D5BF78428}"/>
              </a:ext>
            </a:extLst>
          </p:cNvPr>
          <p:cNvSpPr>
            <a:spLocks xmlns:a="http://schemas.openxmlformats.org/drawingml/2006/main" noGrp="1"/>
          </p:cNvSpPr>
          <p:nvPr/>
        </p:nvSpPr>
        <p:spPr>
          <a:xfrm xmlns:a="http://schemas.openxmlformats.org/drawingml/2006/main">
            <a:off x="7867650" y="2705100"/>
            <a:ext cx="323850"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21" name="text-50">
            <a:extLst xmlns:a="http://schemas.openxmlformats.org/drawingml/2006/main">
              <a:ext uri="{FF2B5EF4-FFF2-40B4-BE49-F238E27FC236}">
                <a16:creationId xmlns:a16="http://schemas.microsoft.com/office/drawing/2014/main" id="{B116A681-2F6A-4212-8428-C84FC2653313}"/>
              </a:ext>
            </a:extLst>
          </p:cNvPr>
          <p:cNvSpPr>
            <a:spLocks xmlns:a="http://schemas.openxmlformats.org/drawingml/2006/main" noGrp="1"/>
          </p:cNvSpPr>
          <p:nvPr/>
        </p:nvSpPr>
        <p:spPr>
          <a:xfrm xmlns:a="http://schemas.openxmlformats.org/drawingml/2006/main">
            <a:off x="609600" y="35052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Structured completion claim</a:t>
            </a:r>
          </a:p>
        </p:txBody>
      </p:sp>
      <p:sp>
        <p:nvSpPr>
          <p:cNvPr id="22" name="text-51">
            <a:extLst xmlns:a="http://schemas.openxmlformats.org/drawingml/2006/main">
              <a:ext uri="{FF2B5EF4-FFF2-40B4-BE49-F238E27FC236}">
                <a16:creationId xmlns:a16="http://schemas.microsoft.com/office/drawing/2014/main" id="{87665A4A-03CA-41CA-A5BA-13017D8016CF}"/>
              </a:ext>
            </a:extLst>
          </p:cNvPr>
          <p:cNvSpPr>
            <a:spLocks xmlns:a="http://schemas.openxmlformats.org/drawingml/2006/main" noGrp="1"/>
          </p:cNvSpPr>
          <p:nvPr/>
        </p:nvSpPr>
        <p:spPr>
          <a:xfrm xmlns:a="http://schemas.openxmlformats.org/drawingml/2006/main">
            <a:off x="4514850" y="35052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DE0CE"/>
                </a:solidFill>
                <a:latin typeface="Segoe UI"/>
                <a:ea typeface="Segoe UI"/>
                <a:cs typeface="Segoe UI"/>
              </a:defRPr>
            </a:defPPr>
            <a:lvl1pPr algn="l">
              <a:defRPr sz="1500" b="0">
                <a:solidFill>
                  <a:srgbClr val="6DE0CE"/>
                </a:solidFill>
                <a:latin typeface="Segoe UI"/>
                <a:ea typeface="Segoe UI"/>
                <a:cs typeface="Segoe UI"/>
              </a:defRPr>
            </a:lvl1pPr>
            <a:lvl2pPr algn="l">
              <a:defRPr sz="1500" b="0">
                <a:solidFill>
                  <a:srgbClr val="6DE0CE"/>
                </a:solidFill>
                <a:latin typeface="Segoe UI"/>
                <a:ea typeface="Segoe UI"/>
                <a:cs typeface="Segoe UI"/>
              </a:defRPr>
            </a:lvl2pPr>
            <a:lvl3pPr algn="l">
              <a:defRPr sz="1500" b="0">
                <a:solidFill>
                  <a:srgbClr val="6DE0CE"/>
                </a:solidFill>
                <a:latin typeface="Segoe UI"/>
                <a:ea typeface="Segoe UI"/>
                <a:cs typeface="Segoe UI"/>
              </a:defRPr>
            </a:lvl3pPr>
            <a:lvl4pPr algn="l">
              <a:defRPr sz="1500" b="0">
                <a:solidFill>
                  <a:srgbClr val="6DE0CE"/>
                </a:solidFill>
                <a:latin typeface="Segoe UI"/>
                <a:ea typeface="Segoe UI"/>
                <a:cs typeface="Segoe UI"/>
              </a:defRPr>
            </a:lvl4pPr>
            <a:lvl5pPr algn="l">
              <a:defRPr sz="1500" b="0">
                <a:solidFill>
                  <a:srgbClr val="6DE0CE"/>
                </a:solidFill>
                <a:latin typeface="Segoe UI"/>
                <a:ea typeface="Segoe UI"/>
                <a:cs typeface="Segoe UI"/>
              </a:defRPr>
            </a:lvl5pPr>
            <a:lvl6pPr algn="l">
              <a:defRPr sz="1500" b="0">
                <a:solidFill>
                  <a:srgbClr val="6DE0CE"/>
                </a:solidFill>
                <a:latin typeface="Segoe UI"/>
                <a:ea typeface="Segoe UI"/>
                <a:cs typeface="Segoe UI"/>
              </a:defRPr>
            </a:lvl6pPr>
            <a:lvl7pPr algn="l">
              <a:defRPr sz="1500" b="0">
                <a:solidFill>
                  <a:srgbClr val="6DE0CE"/>
                </a:solidFill>
                <a:latin typeface="Segoe UI"/>
                <a:ea typeface="Segoe UI"/>
                <a:cs typeface="Segoe UI"/>
              </a:defRPr>
            </a:lvl7pPr>
            <a:lvl8pPr algn="l">
              <a:defRPr sz="1500" b="0">
                <a:solidFill>
                  <a:srgbClr val="6DE0CE"/>
                </a:solidFill>
                <a:latin typeface="Segoe UI"/>
                <a:ea typeface="Segoe UI"/>
                <a:cs typeface="Segoe UI"/>
              </a:defRPr>
            </a:lvl8pPr>
            <a:lvl9pPr algn="l">
              <a:defRPr sz="1500" b="0">
                <a:solidFill>
                  <a:srgbClr val="6DE0CE"/>
                </a:solidFill>
                <a:latin typeface="Segoe UI"/>
                <a:ea typeface="Segoe UI"/>
                <a:cs typeface="Segoe UI"/>
              </a:defRPr>
            </a:lvl9pPr>
          </a:lstStyle>
          <a:p xmlns:a="http://schemas.openxmlformats.org/drawingml/2006/main">
            <a:pPr algn="l">
              <a:defRPr sz="1500" b="0">
                <a:solidFill>
                  <a:srgbClr val="6DE0CE"/>
                </a:solidFill>
                <a:latin typeface="Segoe UI"/>
                <a:ea typeface="Segoe UI"/>
                <a:cs typeface="Segoe UI"/>
              </a:defRPr>
            </a:pPr>
            <a:r>
              <a:rPr sz="1500" b="0">
                <a:solidFill>
                  <a:srgbClr val="6DE0CE"/>
                </a:solidFill>
                <a:latin typeface="Segoe UI"/>
                <a:ea typeface="Segoe UI"/>
                <a:cs typeface="Segoe UI"/>
              </a:rPr>
              <a:t>Paths, patch, HEAD, commits</a:t>
            </a:r>
          </a:p>
        </p:txBody>
      </p:sp>
      <p:sp>
        <p:nvSpPr>
          <p:cNvPr id="23" name="text-52">
            <a:extLst xmlns:a="http://schemas.openxmlformats.org/drawingml/2006/main">
              <a:ext uri="{FF2B5EF4-FFF2-40B4-BE49-F238E27FC236}">
                <a16:creationId xmlns:a16="http://schemas.microsoft.com/office/drawing/2014/main" id="{2ED46F4C-9B60-4F12-BF9F-7C6F4204E225}"/>
              </a:ext>
            </a:extLst>
          </p:cNvPr>
          <p:cNvSpPr>
            <a:spLocks xmlns:a="http://schemas.openxmlformats.org/drawingml/2006/main" noGrp="1"/>
          </p:cNvSpPr>
          <p:nvPr/>
        </p:nvSpPr>
        <p:spPr>
          <a:xfrm xmlns:a="http://schemas.openxmlformats.org/drawingml/2006/main">
            <a:off x="8420100" y="3505200"/>
            <a:ext cx="3162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DE0CE"/>
                </a:solidFill>
                <a:latin typeface="Segoe UI"/>
                <a:ea typeface="Segoe UI"/>
                <a:cs typeface="Segoe UI"/>
              </a:defRPr>
            </a:defPPr>
            <a:lvl1pPr algn="l">
              <a:defRPr sz="1500" b="0">
                <a:solidFill>
                  <a:srgbClr val="6DE0CE"/>
                </a:solidFill>
                <a:latin typeface="Segoe UI"/>
                <a:ea typeface="Segoe UI"/>
                <a:cs typeface="Segoe UI"/>
              </a:defRPr>
            </a:lvl1pPr>
            <a:lvl2pPr algn="l">
              <a:defRPr sz="1500" b="0">
                <a:solidFill>
                  <a:srgbClr val="6DE0CE"/>
                </a:solidFill>
                <a:latin typeface="Segoe UI"/>
                <a:ea typeface="Segoe UI"/>
                <a:cs typeface="Segoe UI"/>
              </a:defRPr>
            </a:lvl2pPr>
            <a:lvl3pPr algn="l">
              <a:defRPr sz="1500" b="0">
                <a:solidFill>
                  <a:srgbClr val="6DE0CE"/>
                </a:solidFill>
                <a:latin typeface="Segoe UI"/>
                <a:ea typeface="Segoe UI"/>
                <a:cs typeface="Segoe UI"/>
              </a:defRPr>
            </a:lvl3pPr>
            <a:lvl4pPr algn="l">
              <a:defRPr sz="1500" b="0">
                <a:solidFill>
                  <a:srgbClr val="6DE0CE"/>
                </a:solidFill>
                <a:latin typeface="Segoe UI"/>
                <a:ea typeface="Segoe UI"/>
                <a:cs typeface="Segoe UI"/>
              </a:defRPr>
            </a:lvl4pPr>
            <a:lvl5pPr algn="l">
              <a:defRPr sz="1500" b="0">
                <a:solidFill>
                  <a:srgbClr val="6DE0CE"/>
                </a:solidFill>
                <a:latin typeface="Segoe UI"/>
                <a:ea typeface="Segoe UI"/>
                <a:cs typeface="Segoe UI"/>
              </a:defRPr>
            </a:lvl5pPr>
            <a:lvl6pPr algn="l">
              <a:defRPr sz="1500" b="0">
                <a:solidFill>
                  <a:srgbClr val="6DE0CE"/>
                </a:solidFill>
                <a:latin typeface="Segoe UI"/>
                <a:ea typeface="Segoe UI"/>
                <a:cs typeface="Segoe UI"/>
              </a:defRPr>
            </a:lvl6pPr>
            <a:lvl7pPr algn="l">
              <a:defRPr sz="1500" b="0">
                <a:solidFill>
                  <a:srgbClr val="6DE0CE"/>
                </a:solidFill>
                <a:latin typeface="Segoe UI"/>
                <a:ea typeface="Segoe UI"/>
                <a:cs typeface="Segoe UI"/>
              </a:defRPr>
            </a:lvl7pPr>
            <a:lvl8pPr algn="l">
              <a:defRPr sz="1500" b="0">
                <a:solidFill>
                  <a:srgbClr val="6DE0CE"/>
                </a:solidFill>
                <a:latin typeface="Segoe UI"/>
                <a:ea typeface="Segoe UI"/>
                <a:cs typeface="Segoe UI"/>
              </a:defRPr>
            </a:lvl8pPr>
            <a:lvl9pPr algn="l">
              <a:defRPr sz="1500" b="0">
                <a:solidFill>
                  <a:srgbClr val="6DE0CE"/>
                </a:solidFill>
                <a:latin typeface="Segoe UI"/>
                <a:ea typeface="Segoe UI"/>
                <a:cs typeface="Segoe UI"/>
              </a:defRPr>
            </a:lvl9pPr>
          </a:lstStyle>
          <a:p xmlns:a="http://schemas.openxmlformats.org/drawingml/2006/main">
            <a:pPr algn="l">
              <a:defRPr sz="1500" b="0">
                <a:solidFill>
                  <a:srgbClr val="6DE0CE"/>
                </a:solidFill>
                <a:latin typeface="Segoe UI"/>
                <a:ea typeface="Segoe UI"/>
                <a:cs typeface="Segoe UI"/>
              </a:defRPr>
            </a:pPr>
            <a:r>
              <a:rPr sz="1500" b="0">
                <a:solidFill>
                  <a:srgbClr val="6DE0CE"/>
                </a:solidFill>
                <a:latin typeface="Segoe UI"/>
                <a:ea typeface="Segoe UI"/>
                <a:cs typeface="Segoe UI"/>
              </a:rPr>
              <a:t>Exit, output, timeout</a:t>
            </a:r>
          </a:p>
        </p:txBody>
      </p:sp>
      <p:sp>
        <p:nvSpPr>
          <p:cNvPr id="24" name="shape-53">
            <a:extLst xmlns:a="http://schemas.openxmlformats.org/drawingml/2006/main">
              <a:ext uri="{FF2B5EF4-FFF2-40B4-BE49-F238E27FC236}">
                <a16:creationId xmlns:a16="http://schemas.microsoft.com/office/drawing/2014/main" id="{5A6ACCC0-4329-4B72-B029-B7148C1B6362}"/>
              </a:ext>
            </a:extLst>
          </p:cNvPr>
          <p:cNvSpPr>
            <a:spLocks xmlns:a="http://schemas.openxmlformats.org/drawingml/2006/main" noGrp="1"/>
          </p:cNvSpPr>
          <p:nvPr/>
        </p:nvSpPr>
        <p:spPr>
          <a:xfrm xmlns:a="http://schemas.openxmlformats.org/drawingml/2006/main">
            <a:off x="609600" y="4038600"/>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25" name="text-54">
            <a:extLst xmlns:a="http://schemas.openxmlformats.org/drawingml/2006/main">
              <a:ext uri="{FF2B5EF4-FFF2-40B4-BE49-F238E27FC236}">
                <a16:creationId xmlns:a16="http://schemas.microsoft.com/office/drawing/2014/main" id="{C734A297-92C7-4FEF-8096-5A561EFA0E6D}"/>
              </a:ext>
            </a:extLst>
          </p:cNvPr>
          <p:cNvSpPr>
            <a:spLocks xmlns:a="http://schemas.openxmlformats.org/drawingml/2006/main" noGrp="1"/>
          </p:cNvSpPr>
          <p:nvPr/>
        </p:nvSpPr>
        <p:spPr>
          <a:xfrm xmlns:a="http://schemas.openxmlformats.org/drawingml/2006/main">
            <a:off x="609600" y="42767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2F6F8"/>
                </a:solidFill>
                <a:latin typeface="Segoe UI"/>
                <a:ea typeface="Segoe UI"/>
                <a:cs typeface="Segoe UI"/>
              </a:defRPr>
            </a:defPPr>
            <a:lvl1pPr algn="l">
              <a:defRPr sz="1350" b="1">
                <a:solidFill>
                  <a:srgbClr val="F2F6F8"/>
                </a:solidFill>
                <a:latin typeface="Segoe UI"/>
                <a:ea typeface="Segoe UI"/>
                <a:cs typeface="Segoe UI"/>
              </a:defRPr>
            </a:lvl1pPr>
            <a:lvl2pPr algn="l">
              <a:defRPr sz="1350" b="1">
                <a:solidFill>
                  <a:srgbClr val="F2F6F8"/>
                </a:solidFill>
                <a:latin typeface="Segoe UI"/>
                <a:ea typeface="Segoe UI"/>
                <a:cs typeface="Segoe UI"/>
              </a:defRPr>
            </a:lvl2pPr>
            <a:lvl3pPr algn="l">
              <a:defRPr sz="1350" b="1">
                <a:solidFill>
                  <a:srgbClr val="F2F6F8"/>
                </a:solidFill>
                <a:latin typeface="Segoe UI"/>
                <a:ea typeface="Segoe UI"/>
                <a:cs typeface="Segoe UI"/>
              </a:defRPr>
            </a:lvl3pPr>
            <a:lvl4pPr algn="l">
              <a:defRPr sz="1350" b="1">
                <a:solidFill>
                  <a:srgbClr val="F2F6F8"/>
                </a:solidFill>
                <a:latin typeface="Segoe UI"/>
                <a:ea typeface="Segoe UI"/>
                <a:cs typeface="Segoe UI"/>
              </a:defRPr>
            </a:lvl4pPr>
            <a:lvl5pPr algn="l">
              <a:defRPr sz="1350" b="1">
                <a:solidFill>
                  <a:srgbClr val="F2F6F8"/>
                </a:solidFill>
                <a:latin typeface="Segoe UI"/>
                <a:ea typeface="Segoe UI"/>
                <a:cs typeface="Segoe UI"/>
              </a:defRPr>
            </a:lvl5pPr>
            <a:lvl6pPr algn="l">
              <a:defRPr sz="1350" b="1">
                <a:solidFill>
                  <a:srgbClr val="F2F6F8"/>
                </a:solidFill>
                <a:latin typeface="Segoe UI"/>
                <a:ea typeface="Segoe UI"/>
                <a:cs typeface="Segoe UI"/>
              </a:defRPr>
            </a:lvl6pPr>
            <a:lvl7pPr algn="l">
              <a:defRPr sz="1350" b="1">
                <a:solidFill>
                  <a:srgbClr val="F2F6F8"/>
                </a:solidFill>
                <a:latin typeface="Segoe UI"/>
                <a:ea typeface="Segoe UI"/>
                <a:cs typeface="Segoe UI"/>
              </a:defRPr>
            </a:lvl7pPr>
            <a:lvl8pPr algn="l">
              <a:defRPr sz="1350" b="1">
                <a:solidFill>
                  <a:srgbClr val="F2F6F8"/>
                </a:solidFill>
                <a:latin typeface="Segoe UI"/>
                <a:ea typeface="Segoe UI"/>
                <a:cs typeface="Segoe UI"/>
              </a:defRPr>
            </a:lvl8pPr>
            <a:lvl9pPr algn="l">
              <a:defRPr sz="1350" b="1">
                <a:solidFill>
                  <a:srgbClr val="F2F6F8"/>
                </a:solidFill>
                <a:latin typeface="Segoe UI"/>
                <a:ea typeface="Segoe UI"/>
                <a:cs typeface="Segoe UI"/>
              </a:defRPr>
            </a:lvl9pPr>
          </a:lstStyle>
          <a:p xmlns:a="http://schemas.openxmlformats.org/drawingml/2006/main">
            <a:pPr algn="l">
              <a:defRPr sz="1350" b="1">
                <a:solidFill>
                  <a:srgbClr val="F2F6F8"/>
                </a:solidFill>
                <a:latin typeface="Segoe UI"/>
                <a:ea typeface="Segoe UI"/>
                <a:cs typeface="Segoe UI"/>
              </a:defRPr>
            </a:pPr>
            <a:r>
              <a:rPr sz="1350" b="1">
                <a:solidFill>
                  <a:srgbClr val="F2F6F8"/>
                </a:solidFill>
                <a:latin typeface="Segoe UI"/>
                <a:ea typeface="Segoe UI"/>
                <a:cs typeface="Segoe UI"/>
              </a:rPr>
              <a:t>run</a:t>
            </a:r>
          </a:p>
        </p:txBody>
      </p:sp>
      <p:sp>
        <p:nvSpPr>
          <p:cNvPr id="26" name="text-55">
            <a:extLst xmlns:a="http://schemas.openxmlformats.org/drawingml/2006/main">
              <a:ext uri="{FF2B5EF4-FFF2-40B4-BE49-F238E27FC236}">
                <a16:creationId xmlns:a16="http://schemas.microsoft.com/office/drawing/2014/main" id="{1BF4CE87-B936-4309-A9C7-1057A072B6A2}"/>
              </a:ext>
            </a:extLst>
          </p:cNvPr>
          <p:cNvSpPr>
            <a:spLocks xmlns:a="http://schemas.openxmlformats.org/drawingml/2006/main" noGrp="1"/>
          </p:cNvSpPr>
          <p:nvPr/>
        </p:nvSpPr>
        <p:spPr>
          <a:xfrm xmlns:a="http://schemas.openxmlformats.org/drawingml/2006/main">
            <a:off x="609600" y="46101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BBC9D1"/>
                </a:solidFill>
                <a:latin typeface="Segoe UI"/>
                <a:ea typeface="Segoe UI"/>
                <a:cs typeface="Segoe UI"/>
              </a:defRPr>
            </a:defPPr>
            <a:lvl1pPr algn="l">
              <a:defRPr sz="1575" b="0">
                <a:solidFill>
                  <a:srgbClr val="BBC9D1"/>
                </a:solidFill>
                <a:latin typeface="Segoe UI"/>
                <a:ea typeface="Segoe UI"/>
                <a:cs typeface="Segoe UI"/>
              </a:defRPr>
            </a:lvl1pPr>
            <a:lvl2pPr algn="l">
              <a:defRPr sz="1575" b="0">
                <a:solidFill>
                  <a:srgbClr val="BBC9D1"/>
                </a:solidFill>
                <a:latin typeface="Segoe UI"/>
                <a:ea typeface="Segoe UI"/>
                <a:cs typeface="Segoe UI"/>
              </a:defRPr>
            </a:lvl2pPr>
            <a:lvl3pPr algn="l">
              <a:defRPr sz="1575" b="0">
                <a:solidFill>
                  <a:srgbClr val="BBC9D1"/>
                </a:solidFill>
                <a:latin typeface="Segoe UI"/>
                <a:ea typeface="Segoe UI"/>
                <a:cs typeface="Segoe UI"/>
              </a:defRPr>
            </a:lvl3pPr>
            <a:lvl4pPr algn="l">
              <a:defRPr sz="1575" b="0">
                <a:solidFill>
                  <a:srgbClr val="BBC9D1"/>
                </a:solidFill>
                <a:latin typeface="Segoe UI"/>
                <a:ea typeface="Segoe UI"/>
                <a:cs typeface="Segoe UI"/>
              </a:defRPr>
            </a:lvl4pPr>
            <a:lvl5pPr algn="l">
              <a:defRPr sz="1575" b="0">
                <a:solidFill>
                  <a:srgbClr val="BBC9D1"/>
                </a:solidFill>
                <a:latin typeface="Segoe UI"/>
                <a:ea typeface="Segoe UI"/>
                <a:cs typeface="Segoe UI"/>
              </a:defRPr>
            </a:lvl5pPr>
            <a:lvl6pPr algn="l">
              <a:defRPr sz="1575" b="0">
                <a:solidFill>
                  <a:srgbClr val="BBC9D1"/>
                </a:solidFill>
                <a:latin typeface="Segoe UI"/>
                <a:ea typeface="Segoe UI"/>
                <a:cs typeface="Segoe UI"/>
              </a:defRPr>
            </a:lvl6pPr>
            <a:lvl7pPr algn="l">
              <a:defRPr sz="1575" b="0">
                <a:solidFill>
                  <a:srgbClr val="BBC9D1"/>
                </a:solidFill>
                <a:latin typeface="Segoe UI"/>
                <a:ea typeface="Segoe UI"/>
                <a:cs typeface="Segoe UI"/>
              </a:defRPr>
            </a:lvl7pPr>
            <a:lvl8pPr algn="l">
              <a:defRPr sz="1575" b="0">
                <a:solidFill>
                  <a:srgbClr val="BBC9D1"/>
                </a:solidFill>
                <a:latin typeface="Segoe UI"/>
                <a:ea typeface="Segoe UI"/>
                <a:cs typeface="Segoe UI"/>
              </a:defRPr>
            </a:lvl8pPr>
            <a:lvl9pPr algn="l">
              <a:defRPr sz="1575" b="0">
                <a:solidFill>
                  <a:srgbClr val="BBC9D1"/>
                </a:solidFill>
                <a:latin typeface="Segoe UI"/>
                <a:ea typeface="Segoe UI"/>
                <a:cs typeface="Segoe UI"/>
              </a:defRPr>
            </a:lvl9pPr>
          </a:lstStyle>
          <a:p xmlns:a="http://schemas.openxmlformats.org/drawingml/2006/main">
            <a:pPr algn="l">
              <a:defRPr sz="1575" b="0">
                <a:solidFill>
                  <a:srgbClr val="BBC9D1"/>
                </a:solidFill>
                <a:latin typeface="Segoe UI"/>
                <a:ea typeface="Segoe UI"/>
                <a:cs typeface="Segoe UI"/>
              </a:defRPr>
            </a:pPr>
            <a:r>
              <a:rPr sz="1575" b="0">
                <a:solidFill>
                  <a:srgbClr val="BBC9D1"/>
                </a:solidFill>
                <a:latin typeface="Segoe UI"/>
                <a:ea typeface="Segoe UI"/>
                <a:cs typeface="Segoe UI"/>
              </a:rPr>
              <a:t>orchestrator.py</a:t>
            </a:r>
          </a:p>
        </p:txBody>
      </p:sp>
      <p:sp>
        <p:nvSpPr>
          <p:cNvPr id="27" name="text-56">
            <a:extLst xmlns:a="http://schemas.openxmlformats.org/drawingml/2006/main">
              <a:ext uri="{FF2B5EF4-FFF2-40B4-BE49-F238E27FC236}">
                <a16:creationId xmlns:a16="http://schemas.microsoft.com/office/drawing/2014/main" id="{D634D130-AD70-49D2-A5F5-68E7FCBBBDC3}"/>
              </a:ext>
            </a:extLst>
          </p:cNvPr>
          <p:cNvSpPr>
            <a:spLocks xmlns:a="http://schemas.openxmlformats.org/drawingml/2006/main" noGrp="1"/>
          </p:cNvSpPr>
          <p:nvPr/>
        </p:nvSpPr>
        <p:spPr>
          <a:xfrm xmlns:a="http://schemas.openxmlformats.org/drawingml/2006/main">
            <a:off x="2990850" y="4238625"/>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F2F6F8"/>
                </a:solidFill>
                <a:latin typeface="Segoe UI"/>
                <a:ea typeface="Segoe UI"/>
                <a:cs typeface="Segoe UI"/>
              </a:defRPr>
            </a:defPPr>
            <a:lvl1pPr algn="l">
              <a:defRPr sz="2025" b="0">
                <a:solidFill>
                  <a:srgbClr val="F2F6F8"/>
                </a:solidFill>
                <a:latin typeface="Segoe UI"/>
                <a:ea typeface="Segoe UI"/>
                <a:cs typeface="Segoe UI"/>
              </a:defRPr>
            </a:lvl1pPr>
            <a:lvl2pPr algn="l">
              <a:defRPr sz="2025" b="0">
                <a:solidFill>
                  <a:srgbClr val="F2F6F8"/>
                </a:solidFill>
                <a:latin typeface="Segoe UI"/>
                <a:ea typeface="Segoe UI"/>
                <a:cs typeface="Segoe UI"/>
              </a:defRPr>
            </a:lvl2pPr>
            <a:lvl3pPr algn="l">
              <a:defRPr sz="2025" b="0">
                <a:solidFill>
                  <a:srgbClr val="F2F6F8"/>
                </a:solidFill>
                <a:latin typeface="Segoe UI"/>
                <a:ea typeface="Segoe UI"/>
                <a:cs typeface="Segoe UI"/>
              </a:defRPr>
            </a:lvl3pPr>
            <a:lvl4pPr algn="l">
              <a:defRPr sz="2025" b="0">
                <a:solidFill>
                  <a:srgbClr val="F2F6F8"/>
                </a:solidFill>
                <a:latin typeface="Segoe UI"/>
                <a:ea typeface="Segoe UI"/>
                <a:cs typeface="Segoe UI"/>
              </a:defRPr>
            </a:lvl4pPr>
            <a:lvl5pPr algn="l">
              <a:defRPr sz="2025" b="0">
                <a:solidFill>
                  <a:srgbClr val="F2F6F8"/>
                </a:solidFill>
                <a:latin typeface="Segoe UI"/>
                <a:ea typeface="Segoe UI"/>
                <a:cs typeface="Segoe UI"/>
              </a:defRPr>
            </a:lvl5pPr>
            <a:lvl6pPr algn="l">
              <a:defRPr sz="2025" b="0">
                <a:solidFill>
                  <a:srgbClr val="F2F6F8"/>
                </a:solidFill>
                <a:latin typeface="Segoe UI"/>
                <a:ea typeface="Segoe UI"/>
                <a:cs typeface="Segoe UI"/>
              </a:defRPr>
            </a:lvl6pPr>
            <a:lvl7pPr algn="l">
              <a:defRPr sz="2025" b="0">
                <a:solidFill>
                  <a:srgbClr val="F2F6F8"/>
                </a:solidFill>
                <a:latin typeface="Segoe UI"/>
                <a:ea typeface="Segoe UI"/>
                <a:cs typeface="Segoe UI"/>
              </a:defRPr>
            </a:lvl7pPr>
            <a:lvl8pPr algn="l">
              <a:defRPr sz="2025" b="0">
                <a:solidFill>
                  <a:srgbClr val="F2F6F8"/>
                </a:solidFill>
                <a:latin typeface="Segoe UI"/>
                <a:ea typeface="Segoe UI"/>
                <a:cs typeface="Segoe UI"/>
              </a:defRPr>
            </a:lvl8pPr>
            <a:lvl9pPr algn="l">
              <a:defRPr sz="2025" b="0">
                <a:solidFill>
                  <a:srgbClr val="F2F6F8"/>
                </a:solidFill>
                <a:latin typeface="Segoe UI"/>
                <a:ea typeface="Segoe UI"/>
                <a:cs typeface="Segoe UI"/>
              </a:defRPr>
            </a:lvl9pPr>
          </a:lstStyle>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One invocation</a:t>
            </a:r>
          </a:p>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Mechanical findings</a:t>
            </a:r>
          </a:p>
        </p:txBody>
      </p:sp>
      <p:sp>
        <p:nvSpPr>
          <p:cNvPr id="28" name="">
            <a:extLst xmlns:a="http://schemas.openxmlformats.org/drawingml/2006/main">
              <a:ext uri="{FF2B5EF4-FFF2-40B4-BE49-F238E27FC236}">
                <a16:creationId xmlns:a16="http://schemas.microsoft.com/office/drawing/2014/main" id="{C4D5773A-B858-4ED4-A7CB-40CD0E60DCBD}"/>
              </a:ext>
            </a:extLst>
          </p:cNvPr>
          <p:cNvSpPr>
            <a:spLocks xmlns:a="http://schemas.openxmlformats.org/drawingml/2006/main" noGrp="1"/>
          </p:cNvSpPr>
          <p:nvPr/>
        </p:nvSpPr>
        <p:spPr>
          <a:xfrm xmlns:a="http://schemas.openxmlformats.org/drawingml/2006/main">
            <a:off x="6267450" y="4514850"/>
            <a:ext cx="323850" cy="133350"/>
          </a:xfrm>
          <a:prstGeom xmlns:a="http://schemas.openxmlformats.org/drawingml/2006/main" prst="rightArrow">
            <a:avLst/>
          </a:prstGeom>
          <a:solidFill xmlns:a="http://schemas.openxmlformats.org/drawingml/2006/main">
            <a:srgbClr val="BBC9D1"/>
          </a:solidFill>
          <a:ln xmlns:a="http://schemas.openxmlformats.org/drawingml/2006/main" w="0">
            <a:noFill/>
          </a:ln>
        </p:spPr>
      </p:sp>
      <p:sp>
        <p:nvSpPr>
          <p:cNvPr id="29" name="text-57">
            <a:extLst xmlns:a="http://schemas.openxmlformats.org/drawingml/2006/main">
              <a:ext uri="{FF2B5EF4-FFF2-40B4-BE49-F238E27FC236}">
                <a16:creationId xmlns:a16="http://schemas.microsoft.com/office/drawing/2014/main" id="{2A2748A6-DF72-47E2-BC18-6A376ED6EA0D}"/>
              </a:ext>
            </a:extLst>
          </p:cNvPr>
          <p:cNvSpPr>
            <a:spLocks xmlns:a="http://schemas.openxmlformats.org/drawingml/2006/main" noGrp="1"/>
          </p:cNvSpPr>
          <p:nvPr/>
        </p:nvSpPr>
        <p:spPr>
          <a:xfrm xmlns:a="http://schemas.openxmlformats.org/drawingml/2006/main">
            <a:off x="6943725" y="4238625"/>
            <a:ext cx="447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BBC9D1"/>
                </a:solidFill>
                <a:latin typeface="Segoe UI"/>
                <a:ea typeface="Segoe UI"/>
                <a:cs typeface="Segoe UI"/>
              </a:defRPr>
            </a:defPPr>
            <a:lvl1pPr algn="l">
              <a:defRPr sz="2025" b="0">
                <a:solidFill>
                  <a:srgbClr val="BBC9D1"/>
                </a:solidFill>
                <a:latin typeface="Segoe UI"/>
                <a:ea typeface="Segoe UI"/>
                <a:cs typeface="Segoe UI"/>
              </a:defRPr>
            </a:lvl1pPr>
            <a:lvl2pPr algn="l">
              <a:defRPr sz="2025" b="0">
                <a:solidFill>
                  <a:srgbClr val="BBC9D1"/>
                </a:solidFill>
                <a:latin typeface="Segoe UI"/>
                <a:ea typeface="Segoe UI"/>
                <a:cs typeface="Segoe UI"/>
              </a:defRPr>
            </a:lvl2pPr>
            <a:lvl3pPr algn="l">
              <a:defRPr sz="2025" b="0">
                <a:solidFill>
                  <a:srgbClr val="BBC9D1"/>
                </a:solidFill>
                <a:latin typeface="Segoe UI"/>
                <a:ea typeface="Segoe UI"/>
                <a:cs typeface="Segoe UI"/>
              </a:defRPr>
            </a:lvl3pPr>
            <a:lvl4pPr algn="l">
              <a:defRPr sz="2025" b="0">
                <a:solidFill>
                  <a:srgbClr val="BBC9D1"/>
                </a:solidFill>
                <a:latin typeface="Segoe UI"/>
                <a:ea typeface="Segoe UI"/>
                <a:cs typeface="Segoe UI"/>
              </a:defRPr>
            </a:lvl4pPr>
            <a:lvl5pPr algn="l">
              <a:defRPr sz="2025" b="0">
                <a:solidFill>
                  <a:srgbClr val="BBC9D1"/>
                </a:solidFill>
                <a:latin typeface="Segoe UI"/>
                <a:ea typeface="Segoe UI"/>
                <a:cs typeface="Segoe UI"/>
              </a:defRPr>
            </a:lvl5pPr>
            <a:lvl6pPr algn="l">
              <a:defRPr sz="2025" b="0">
                <a:solidFill>
                  <a:srgbClr val="BBC9D1"/>
                </a:solidFill>
                <a:latin typeface="Segoe UI"/>
                <a:ea typeface="Segoe UI"/>
                <a:cs typeface="Segoe UI"/>
              </a:defRPr>
            </a:lvl6pPr>
            <a:lvl7pPr algn="l">
              <a:defRPr sz="2025" b="0">
                <a:solidFill>
                  <a:srgbClr val="BBC9D1"/>
                </a:solidFill>
                <a:latin typeface="Segoe UI"/>
                <a:ea typeface="Segoe UI"/>
                <a:cs typeface="Segoe UI"/>
              </a:defRPr>
            </a:lvl7pPr>
            <a:lvl8pPr algn="l">
              <a:defRPr sz="2025" b="0">
                <a:solidFill>
                  <a:srgbClr val="BBC9D1"/>
                </a:solidFill>
                <a:latin typeface="Segoe UI"/>
                <a:ea typeface="Segoe UI"/>
                <a:cs typeface="Segoe UI"/>
              </a:defRPr>
            </a:lvl8pPr>
            <a:lvl9pPr algn="l">
              <a:defRPr sz="2025" b="0">
                <a:solidFill>
                  <a:srgbClr val="BBC9D1"/>
                </a:solidFill>
                <a:latin typeface="Segoe UI"/>
                <a:ea typeface="Segoe UI"/>
                <a:cs typeface="Segoe UI"/>
              </a:defRPr>
            </a:lvl9pPr>
          </a:lstStyle>
          <a:p xmlns:a="http://schemas.openxmlformats.org/drawingml/2006/main">
            <a:pPr algn="l">
              <a:defRPr sz="2025" b="0">
                <a:solidFill>
                  <a:srgbClr val="BBC9D1"/>
                </a:solidFill>
                <a:latin typeface="Segoe UI"/>
                <a:ea typeface="Segoe UI"/>
                <a:cs typeface="Segoe UI"/>
              </a:defRPr>
            </a:pPr>
            <a:r>
              <a:rPr sz="2025" b="0">
                <a:solidFill>
                  <a:srgbClr val="BBC9D1"/>
                </a:solidFill>
                <a:latin typeface="Segoe UI"/>
                <a:ea typeface="Segoe UI"/>
                <a:cs typeface="Segoe UI"/>
              </a:rPr>
              <a:t>Readiness or attention needed</a:t>
            </a:r>
          </a:p>
          <a:p xmlns:a="http://schemas.openxmlformats.org/drawingml/2006/main">
            <a:pPr algn="l">
              <a:defRPr sz="2025" b="0">
                <a:solidFill>
                  <a:srgbClr val="BBC9D1"/>
                </a:solidFill>
                <a:latin typeface="Segoe UI"/>
                <a:ea typeface="Segoe UI"/>
                <a:cs typeface="Segoe UI"/>
              </a:defRPr>
            </a:pPr>
            <a:r>
              <a:rPr sz="2025" b="0">
                <a:solidFill>
                  <a:srgbClr val="BBC9D1"/>
                </a:solidFill>
                <a:latin typeface="Segoe UI"/>
                <a:ea typeface="Segoe UI"/>
                <a:cs typeface="Segoe UI"/>
              </a:rPr>
              <a:t>Optional Markdown report</a:t>
            </a:r>
          </a:p>
        </p:txBody>
      </p:sp>
      <p:sp>
        <p:nvSpPr>
          <p:cNvPr id="30" name="text-58">
            <a:extLst xmlns:a="http://schemas.openxmlformats.org/drawingml/2006/main">
              <a:ext uri="{FF2B5EF4-FFF2-40B4-BE49-F238E27FC236}">
                <a16:creationId xmlns:a16="http://schemas.microsoft.com/office/drawing/2014/main" id="{021B2A33-6BED-41D1-BCB6-534CC63614F3}"/>
              </a:ext>
            </a:extLst>
          </p:cNvPr>
          <p:cNvSpPr>
            <a:spLocks xmlns:a="http://schemas.openxmlformats.org/drawingml/2006/main" noGrp="1"/>
          </p:cNvSpPr>
          <p:nvPr/>
        </p:nvSpPr>
        <p:spPr>
          <a:xfrm xmlns:a="http://schemas.openxmlformats.org/drawingml/2006/main">
            <a:off x="609600" y="525780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1C27B"/>
                </a:solidFill>
                <a:latin typeface="Segoe UI"/>
                <a:ea typeface="Segoe UI"/>
                <a:cs typeface="Segoe UI"/>
              </a:defRPr>
            </a:defPPr>
            <a:lvl1pPr algn="l">
              <a:defRPr sz="1350" b="1">
                <a:solidFill>
                  <a:srgbClr val="F1C27B"/>
                </a:solidFill>
                <a:latin typeface="Segoe UI"/>
                <a:ea typeface="Segoe UI"/>
                <a:cs typeface="Segoe UI"/>
              </a:defRPr>
            </a:lvl1pPr>
            <a:lvl2pPr algn="l">
              <a:defRPr sz="1350" b="1">
                <a:solidFill>
                  <a:srgbClr val="F1C27B"/>
                </a:solidFill>
                <a:latin typeface="Segoe UI"/>
                <a:ea typeface="Segoe UI"/>
                <a:cs typeface="Segoe UI"/>
              </a:defRPr>
            </a:lvl2pPr>
            <a:lvl3pPr algn="l">
              <a:defRPr sz="1350" b="1">
                <a:solidFill>
                  <a:srgbClr val="F1C27B"/>
                </a:solidFill>
                <a:latin typeface="Segoe UI"/>
                <a:ea typeface="Segoe UI"/>
                <a:cs typeface="Segoe UI"/>
              </a:defRPr>
            </a:lvl3pPr>
            <a:lvl4pPr algn="l">
              <a:defRPr sz="1350" b="1">
                <a:solidFill>
                  <a:srgbClr val="F1C27B"/>
                </a:solidFill>
                <a:latin typeface="Segoe UI"/>
                <a:ea typeface="Segoe UI"/>
                <a:cs typeface="Segoe UI"/>
              </a:defRPr>
            </a:lvl4pPr>
            <a:lvl5pPr algn="l">
              <a:defRPr sz="1350" b="1">
                <a:solidFill>
                  <a:srgbClr val="F1C27B"/>
                </a:solidFill>
                <a:latin typeface="Segoe UI"/>
                <a:ea typeface="Segoe UI"/>
                <a:cs typeface="Segoe UI"/>
              </a:defRPr>
            </a:lvl5pPr>
            <a:lvl6pPr algn="l">
              <a:defRPr sz="1350" b="1">
                <a:solidFill>
                  <a:srgbClr val="F1C27B"/>
                </a:solidFill>
                <a:latin typeface="Segoe UI"/>
                <a:ea typeface="Segoe UI"/>
                <a:cs typeface="Segoe UI"/>
              </a:defRPr>
            </a:lvl6pPr>
            <a:lvl7pPr algn="l">
              <a:defRPr sz="1350" b="1">
                <a:solidFill>
                  <a:srgbClr val="F1C27B"/>
                </a:solidFill>
                <a:latin typeface="Segoe UI"/>
                <a:ea typeface="Segoe UI"/>
                <a:cs typeface="Segoe UI"/>
              </a:defRPr>
            </a:lvl7pPr>
            <a:lvl8pPr algn="l">
              <a:defRPr sz="1350" b="1">
                <a:solidFill>
                  <a:srgbClr val="F1C27B"/>
                </a:solidFill>
                <a:latin typeface="Segoe UI"/>
                <a:ea typeface="Segoe UI"/>
                <a:cs typeface="Segoe UI"/>
              </a:defRPr>
            </a:lvl8pPr>
            <a:lvl9pPr algn="l">
              <a:defRPr sz="1350" b="1">
                <a:solidFill>
                  <a:srgbClr val="F1C27B"/>
                </a:solidFill>
                <a:latin typeface="Segoe UI"/>
                <a:ea typeface="Segoe UI"/>
                <a:cs typeface="Segoe UI"/>
              </a:defRPr>
            </a:lvl9pPr>
          </a:lstStyle>
          <a:p xmlns:a="http://schemas.openxmlformats.org/drawingml/2006/main">
            <a:pPr algn="l">
              <a:defRPr sz="1350" b="1">
                <a:solidFill>
                  <a:srgbClr val="F1C27B"/>
                </a:solidFill>
                <a:latin typeface="Segoe UI"/>
                <a:ea typeface="Segoe UI"/>
                <a:cs typeface="Segoe UI"/>
              </a:defRPr>
            </a:pPr>
            <a:r>
              <a:rPr sz="1350" b="1">
                <a:solidFill>
                  <a:srgbClr val="F1C27B"/>
                </a:solidFill>
                <a:latin typeface="Segoe UI"/>
                <a:ea typeface="Segoe UI"/>
                <a:cs typeface="Segoe UI"/>
              </a:rPr>
              <a:t>control</a:t>
            </a:r>
          </a:p>
        </p:txBody>
      </p:sp>
      <p:sp>
        <p:nvSpPr>
          <p:cNvPr id="31" name="text-59">
            <a:extLst xmlns:a="http://schemas.openxmlformats.org/drawingml/2006/main">
              <a:ext uri="{FF2B5EF4-FFF2-40B4-BE49-F238E27FC236}">
                <a16:creationId xmlns:a16="http://schemas.microsoft.com/office/drawing/2014/main" id="{6ABB9F66-6806-47B2-9DF2-3C2D5229B569}"/>
              </a:ext>
            </a:extLst>
          </p:cNvPr>
          <p:cNvSpPr>
            <a:spLocks xmlns:a="http://schemas.openxmlformats.org/drawingml/2006/main" noGrp="1"/>
          </p:cNvSpPr>
          <p:nvPr/>
        </p:nvSpPr>
        <p:spPr>
          <a:xfrm xmlns:a="http://schemas.openxmlformats.org/drawingml/2006/main">
            <a:off x="609600" y="55911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HarnessController</a:t>
            </a:r>
          </a:p>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 HumanReviewer</a:t>
            </a:r>
          </a:p>
        </p:txBody>
      </p:sp>
      <p:sp>
        <p:nvSpPr>
          <p:cNvPr id="32" name="text-60">
            <a:extLst xmlns:a="http://schemas.openxmlformats.org/drawingml/2006/main">
              <a:ext uri="{FF2B5EF4-FFF2-40B4-BE49-F238E27FC236}">
                <a16:creationId xmlns:a16="http://schemas.microsoft.com/office/drawing/2014/main" id="{8667E712-8D9B-4AAB-90B4-09518182E777}"/>
              </a:ext>
            </a:extLst>
          </p:cNvPr>
          <p:cNvSpPr>
            <a:spLocks xmlns:a="http://schemas.openxmlformats.org/drawingml/2006/main" noGrp="1"/>
          </p:cNvSpPr>
          <p:nvPr/>
        </p:nvSpPr>
        <p:spPr>
          <a:xfrm xmlns:a="http://schemas.openxmlformats.org/drawingml/2006/main">
            <a:off x="2990850" y="521970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1C27B"/>
                </a:solidFill>
                <a:latin typeface="Segoe UI"/>
                <a:ea typeface="Segoe UI"/>
                <a:cs typeface="Segoe UI"/>
              </a:defRPr>
            </a:defPPr>
            <a:lvl1pPr algn="l">
              <a:defRPr sz="1950" b="0">
                <a:solidFill>
                  <a:srgbClr val="F1C27B"/>
                </a:solidFill>
                <a:latin typeface="Segoe UI"/>
                <a:ea typeface="Segoe UI"/>
                <a:cs typeface="Segoe UI"/>
              </a:defRPr>
            </a:lvl1pPr>
            <a:lvl2pPr algn="l">
              <a:defRPr sz="1950" b="0">
                <a:solidFill>
                  <a:srgbClr val="F1C27B"/>
                </a:solidFill>
                <a:latin typeface="Segoe UI"/>
                <a:ea typeface="Segoe UI"/>
                <a:cs typeface="Segoe UI"/>
              </a:defRPr>
            </a:lvl2pPr>
            <a:lvl3pPr algn="l">
              <a:defRPr sz="1950" b="0">
                <a:solidFill>
                  <a:srgbClr val="F1C27B"/>
                </a:solidFill>
                <a:latin typeface="Segoe UI"/>
                <a:ea typeface="Segoe UI"/>
                <a:cs typeface="Segoe UI"/>
              </a:defRPr>
            </a:lvl3pPr>
            <a:lvl4pPr algn="l">
              <a:defRPr sz="1950" b="0">
                <a:solidFill>
                  <a:srgbClr val="F1C27B"/>
                </a:solidFill>
                <a:latin typeface="Segoe UI"/>
                <a:ea typeface="Segoe UI"/>
                <a:cs typeface="Segoe UI"/>
              </a:defRPr>
            </a:lvl4pPr>
            <a:lvl5pPr algn="l">
              <a:defRPr sz="1950" b="0">
                <a:solidFill>
                  <a:srgbClr val="F1C27B"/>
                </a:solidFill>
                <a:latin typeface="Segoe UI"/>
                <a:ea typeface="Segoe UI"/>
                <a:cs typeface="Segoe UI"/>
              </a:defRPr>
            </a:lvl5pPr>
            <a:lvl6pPr algn="l">
              <a:defRPr sz="1950" b="0">
                <a:solidFill>
                  <a:srgbClr val="F1C27B"/>
                </a:solidFill>
                <a:latin typeface="Segoe UI"/>
                <a:ea typeface="Segoe UI"/>
                <a:cs typeface="Segoe UI"/>
              </a:defRPr>
            </a:lvl6pPr>
            <a:lvl7pPr algn="l">
              <a:defRPr sz="1950" b="0">
                <a:solidFill>
                  <a:srgbClr val="F1C27B"/>
                </a:solidFill>
                <a:latin typeface="Segoe UI"/>
                <a:ea typeface="Segoe UI"/>
                <a:cs typeface="Segoe UI"/>
              </a:defRPr>
            </a:lvl7pPr>
            <a:lvl8pPr algn="l">
              <a:defRPr sz="1950" b="0">
                <a:solidFill>
                  <a:srgbClr val="F1C27B"/>
                </a:solidFill>
                <a:latin typeface="Segoe UI"/>
                <a:ea typeface="Segoe UI"/>
                <a:cs typeface="Segoe UI"/>
              </a:defRPr>
            </a:lvl8pPr>
            <a:lvl9pPr algn="l">
              <a:defRPr sz="1950" b="0">
                <a:solidFill>
                  <a:srgbClr val="F1C27B"/>
                </a:solidFill>
                <a:latin typeface="Segoe UI"/>
                <a:ea typeface="Segoe UI"/>
                <a:cs typeface="Segoe UI"/>
              </a:defRPr>
            </a:lvl9pPr>
          </a:lstStyle>
          <a:p xmlns:a="http://schemas.openxmlformats.org/drawingml/2006/main">
            <a:pPr algn="l">
              <a:defRPr sz="1950" b="0">
                <a:solidFill>
                  <a:srgbClr val="F1C27B"/>
                </a:solidFill>
                <a:latin typeface="Segoe UI"/>
                <a:ea typeface="Segoe UI"/>
                <a:cs typeface="Segoe UI"/>
              </a:defRPr>
            </a:pPr>
            <a:r>
              <a:rPr sz="1950" b="0">
                <a:solidFill>
                  <a:srgbClr val="F1C27B"/>
                </a:solidFill>
                <a:latin typeface="Segoe UI"/>
                <a:ea typeface="Segoe UI"/>
                <a:cs typeface="Segoe UI"/>
              </a:rPr>
              <a:t>Human request</a:t>
            </a:r>
          </a:p>
          <a:p xmlns:a="http://schemas.openxmlformats.org/drawingml/2006/main">
            <a:pPr algn="l">
              <a:defRPr sz="1950" b="0">
                <a:solidFill>
                  <a:srgbClr val="F1C27B"/>
                </a:solidFill>
                <a:latin typeface="Segoe UI"/>
                <a:ea typeface="Segoe UI"/>
                <a:cs typeface="Segoe UI"/>
              </a:defRPr>
            </a:pPr>
            <a:r>
              <a:rPr sz="1950" b="0">
                <a:solidFill>
                  <a:srgbClr val="F1C27B"/>
                </a:solidFill>
                <a:latin typeface="Segoe UI"/>
                <a:ea typeface="Segoe UI"/>
                <a:cs typeface="Segoe UI"/>
              </a:rPr>
              <a:t>Freshness + controller gates</a:t>
            </a:r>
          </a:p>
        </p:txBody>
      </p:sp>
      <p:sp>
        <p:nvSpPr>
          <p:cNvPr id="33" name="">
            <a:extLst xmlns:a="http://schemas.openxmlformats.org/drawingml/2006/main">
              <a:ext uri="{FF2B5EF4-FFF2-40B4-BE49-F238E27FC236}">
                <a16:creationId xmlns:a16="http://schemas.microsoft.com/office/drawing/2014/main" id="{5F11CF49-1AAB-48AE-A8CD-FFFF13DC06D5}"/>
              </a:ext>
            </a:extLst>
          </p:cNvPr>
          <p:cNvSpPr>
            <a:spLocks xmlns:a="http://schemas.openxmlformats.org/drawingml/2006/main" noGrp="1"/>
          </p:cNvSpPr>
          <p:nvPr/>
        </p:nvSpPr>
        <p:spPr>
          <a:xfrm xmlns:a="http://schemas.openxmlformats.org/drawingml/2006/main">
            <a:off x="6477000" y="5514975"/>
            <a:ext cx="285750" cy="133350"/>
          </a:xfrm>
          <a:prstGeom xmlns:a="http://schemas.openxmlformats.org/drawingml/2006/main" prst="rightArrow">
            <a:avLst/>
          </a:prstGeom>
          <a:solidFill xmlns:a="http://schemas.openxmlformats.org/drawingml/2006/main">
            <a:srgbClr val="F1C27B"/>
          </a:solidFill>
          <a:ln xmlns:a="http://schemas.openxmlformats.org/drawingml/2006/main" w="0">
            <a:noFill/>
          </a:ln>
        </p:spPr>
      </p:sp>
      <p:sp>
        <p:nvSpPr>
          <p:cNvPr id="34" name="text-61">
            <a:extLst xmlns:a="http://schemas.openxmlformats.org/drawingml/2006/main">
              <a:ext uri="{FF2B5EF4-FFF2-40B4-BE49-F238E27FC236}">
                <a16:creationId xmlns:a16="http://schemas.microsoft.com/office/drawing/2014/main" id="{63DE7665-4A99-47BD-B0B5-2E57A7F34658}"/>
              </a:ext>
            </a:extLst>
          </p:cNvPr>
          <p:cNvSpPr>
            <a:spLocks xmlns:a="http://schemas.openxmlformats.org/drawingml/2006/main" noGrp="1"/>
          </p:cNvSpPr>
          <p:nvPr/>
        </p:nvSpPr>
        <p:spPr>
          <a:xfrm xmlns:a="http://schemas.openxmlformats.org/drawingml/2006/main">
            <a:off x="7124700" y="5219700"/>
            <a:ext cx="4448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1C27B"/>
                </a:solidFill>
                <a:latin typeface="Segoe UI"/>
                <a:ea typeface="Segoe UI"/>
                <a:cs typeface="Segoe UI"/>
              </a:defRPr>
            </a:defPPr>
            <a:lvl1pPr algn="l">
              <a:defRPr sz="1950" b="0">
                <a:solidFill>
                  <a:srgbClr val="F1C27B"/>
                </a:solidFill>
                <a:latin typeface="Segoe UI"/>
                <a:ea typeface="Segoe UI"/>
                <a:cs typeface="Segoe UI"/>
              </a:defRPr>
            </a:lvl1pPr>
            <a:lvl2pPr algn="l">
              <a:defRPr sz="1950" b="0">
                <a:solidFill>
                  <a:srgbClr val="F1C27B"/>
                </a:solidFill>
                <a:latin typeface="Segoe UI"/>
                <a:ea typeface="Segoe UI"/>
                <a:cs typeface="Segoe UI"/>
              </a:defRPr>
            </a:lvl2pPr>
            <a:lvl3pPr algn="l">
              <a:defRPr sz="1950" b="0">
                <a:solidFill>
                  <a:srgbClr val="F1C27B"/>
                </a:solidFill>
                <a:latin typeface="Segoe UI"/>
                <a:ea typeface="Segoe UI"/>
                <a:cs typeface="Segoe UI"/>
              </a:defRPr>
            </a:lvl3pPr>
            <a:lvl4pPr algn="l">
              <a:defRPr sz="1950" b="0">
                <a:solidFill>
                  <a:srgbClr val="F1C27B"/>
                </a:solidFill>
                <a:latin typeface="Segoe UI"/>
                <a:ea typeface="Segoe UI"/>
                <a:cs typeface="Segoe UI"/>
              </a:defRPr>
            </a:lvl4pPr>
            <a:lvl5pPr algn="l">
              <a:defRPr sz="1950" b="0">
                <a:solidFill>
                  <a:srgbClr val="F1C27B"/>
                </a:solidFill>
                <a:latin typeface="Segoe UI"/>
                <a:ea typeface="Segoe UI"/>
                <a:cs typeface="Segoe UI"/>
              </a:defRPr>
            </a:lvl5pPr>
            <a:lvl6pPr algn="l">
              <a:defRPr sz="1950" b="0">
                <a:solidFill>
                  <a:srgbClr val="F1C27B"/>
                </a:solidFill>
                <a:latin typeface="Segoe UI"/>
                <a:ea typeface="Segoe UI"/>
                <a:cs typeface="Segoe UI"/>
              </a:defRPr>
            </a:lvl6pPr>
            <a:lvl7pPr algn="l">
              <a:defRPr sz="1950" b="0">
                <a:solidFill>
                  <a:srgbClr val="F1C27B"/>
                </a:solidFill>
                <a:latin typeface="Segoe UI"/>
                <a:ea typeface="Segoe UI"/>
                <a:cs typeface="Segoe UI"/>
              </a:defRPr>
            </a:lvl7pPr>
            <a:lvl8pPr algn="l">
              <a:defRPr sz="1950" b="0">
                <a:solidFill>
                  <a:srgbClr val="F1C27B"/>
                </a:solidFill>
                <a:latin typeface="Segoe UI"/>
                <a:ea typeface="Segoe UI"/>
                <a:cs typeface="Segoe UI"/>
              </a:defRPr>
            </a:lvl8pPr>
            <a:lvl9pPr algn="l">
              <a:defRPr sz="1950" b="0">
                <a:solidFill>
                  <a:srgbClr val="F1C27B"/>
                </a:solidFill>
                <a:latin typeface="Segoe UI"/>
                <a:ea typeface="Segoe UI"/>
                <a:cs typeface="Segoe UI"/>
              </a:defRPr>
            </a:lvl9pPr>
          </a:lstStyle>
          <a:p xmlns:a="http://schemas.openxmlformats.org/drawingml/2006/main">
            <a:pPr algn="l">
              <a:defRPr sz="1950" b="0">
                <a:solidFill>
                  <a:srgbClr val="F1C27B"/>
                </a:solidFill>
                <a:latin typeface="Segoe UI"/>
                <a:ea typeface="Segoe UI"/>
                <a:cs typeface="Segoe UI"/>
              </a:defRPr>
            </a:pPr>
            <a:r>
              <a:rPr sz="1950" b="0">
                <a:solidFill>
                  <a:srgbClr val="F1C27B"/>
                </a:solidFill>
                <a:latin typeface="Segoe UI"/>
                <a:ea typeface="Segoe UI"/>
                <a:cs typeface="Segoe UI"/>
              </a:rPr>
              <a:t>Accepted or nonaccepted</a:t>
            </a:r>
          </a:p>
          <a:p xmlns:a="http://schemas.openxmlformats.org/drawingml/2006/main">
            <a:pPr algn="l">
              <a:defRPr sz="1950" b="0">
                <a:solidFill>
                  <a:srgbClr val="F1C27B"/>
                </a:solidFill>
                <a:latin typeface="Segoe UI"/>
                <a:ea typeface="Segoe UI"/>
                <a:cs typeface="Segoe UI"/>
              </a:defRPr>
            </a:pPr>
            <a:r>
              <a:rPr sz="1950" b="0">
                <a:solidFill>
                  <a:srgbClr val="F1C27B"/>
                </a:solidFill>
                <a:latin typeface="Segoe UI"/>
                <a:ea typeface="Segoe UI"/>
                <a:cs typeface="Segoe UI"/>
              </a:rPr>
              <a:t>Start, review, terminal records</a:t>
            </a:r>
          </a:p>
        </p:txBody>
      </p:sp>
    </p:spTree>
    <p:extLst>
      <p:ext uri="{BB962C8B-B14F-4D97-AF65-F5344CB8AC3E}">
        <p14:creationId xmlns:p14="http://schemas.microsoft.com/office/powerpoint/2010/main" val="2086115752"/>
      </p:ext>
    </p:extLst>
  </p:cSld>
</p:sld>
</file>

<file path=ppt/slides/slide3.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32" name="text-62">
            <a:extLst xmlns:a="http://schemas.openxmlformats.org/drawingml/2006/main">
              <a:ext uri="{FF2B5EF4-FFF2-40B4-BE49-F238E27FC236}">
                <a16:creationId xmlns:a16="http://schemas.microsoft.com/office/drawing/2014/main" id="{28EFE32A-1ADC-4EEE-B9FA-36F8F81FAA55}"/>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A reproducible offline workflow</a:t>
            </a:r>
          </a:p>
        </p:txBody>
      </p:sp>
      <p:sp>
        <p:nvSpPr>
          <p:cNvPr id="2" name="shape-63">
            <a:extLst xmlns:a="http://schemas.openxmlformats.org/drawingml/2006/main">
              <a:ext uri="{FF2B5EF4-FFF2-40B4-BE49-F238E27FC236}">
                <a16:creationId xmlns:a16="http://schemas.microsoft.com/office/drawing/2014/main" id="{17911E76-7B4D-4885-8F8B-B7F577418344}"/>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64">
            <a:extLst xmlns:a="http://schemas.openxmlformats.org/drawingml/2006/main">
              <a:ext uri="{FF2B5EF4-FFF2-40B4-BE49-F238E27FC236}">
                <a16:creationId xmlns:a16="http://schemas.microsoft.com/office/drawing/2014/main" id="{A5A44307-385E-4A9E-A0C5-E8B47754AC62}"/>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65">
            <a:extLst xmlns:a="http://schemas.openxmlformats.org/drawingml/2006/main">
              <a:ext uri="{FF2B5EF4-FFF2-40B4-BE49-F238E27FC236}">
                <a16:creationId xmlns:a16="http://schemas.microsoft.com/office/drawing/2014/main" id="{783696CD-0450-45D1-8A3F-6859CCDFD260}"/>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03 / 08</a:t>
            </a:r>
          </a:p>
        </p:txBody>
      </p:sp>
      <p:sp>
        <p:nvSpPr>
          <p:cNvPr id="5" name="text-66">
            <a:extLst xmlns:a="http://schemas.openxmlformats.org/drawingml/2006/main">
              <a:ext uri="{FF2B5EF4-FFF2-40B4-BE49-F238E27FC236}">
                <a16:creationId xmlns:a16="http://schemas.microsoft.com/office/drawing/2014/main" id="{01B230AC-A029-47A8-A628-838EC5A0A32C}"/>
              </a:ext>
            </a:extLst>
          </p:cNvPr>
          <p:cNvSpPr>
            <a:spLocks xmlns:a="http://schemas.openxmlformats.org/drawingml/2006/main" noGrp="1"/>
          </p:cNvSpPr>
          <p:nvPr/>
        </p:nvSpPr>
        <p:spPr>
          <a:xfrm xmlns:a="http://schemas.openxmlformats.org/drawingml/2006/main">
            <a:off x="609600" y="17145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BBC9D1"/>
                </a:solidFill>
                <a:latin typeface="Segoe UI"/>
                <a:ea typeface="Segoe UI"/>
                <a:cs typeface="Segoe UI"/>
              </a:defRPr>
            </a:defPPr>
            <a:lvl1pPr algn="l">
              <a:defRPr sz="1950" b="0">
                <a:solidFill>
                  <a:srgbClr val="BBC9D1"/>
                </a:solidFill>
                <a:latin typeface="Segoe UI"/>
                <a:ea typeface="Segoe UI"/>
                <a:cs typeface="Segoe UI"/>
              </a:defRPr>
            </a:lvl1pPr>
            <a:lvl2pPr algn="l">
              <a:defRPr sz="1950" b="0">
                <a:solidFill>
                  <a:srgbClr val="BBC9D1"/>
                </a:solidFill>
                <a:latin typeface="Segoe UI"/>
                <a:ea typeface="Segoe UI"/>
                <a:cs typeface="Segoe UI"/>
              </a:defRPr>
            </a:lvl2pPr>
            <a:lvl3pPr algn="l">
              <a:defRPr sz="1950" b="0">
                <a:solidFill>
                  <a:srgbClr val="BBC9D1"/>
                </a:solidFill>
                <a:latin typeface="Segoe UI"/>
                <a:ea typeface="Segoe UI"/>
                <a:cs typeface="Segoe UI"/>
              </a:defRPr>
            </a:lvl3pPr>
            <a:lvl4pPr algn="l">
              <a:defRPr sz="1950" b="0">
                <a:solidFill>
                  <a:srgbClr val="BBC9D1"/>
                </a:solidFill>
                <a:latin typeface="Segoe UI"/>
                <a:ea typeface="Segoe UI"/>
                <a:cs typeface="Segoe UI"/>
              </a:defRPr>
            </a:lvl4pPr>
            <a:lvl5pPr algn="l">
              <a:defRPr sz="1950" b="0">
                <a:solidFill>
                  <a:srgbClr val="BBC9D1"/>
                </a:solidFill>
                <a:latin typeface="Segoe UI"/>
                <a:ea typeface="Segoe UI"/>
                <a:cs typeface="Segoe UI"/>
              </a:defRPr>
            </a:lvl5pPr>
            <a:lvl6pPr algn="l">
              <a:defRPr sz="1950" b="0">
                <a:solidFill>
                  <a:srgbClr val="BBC9D1"/>
                </a:solidFill>
                <a:latin typeface="Segoe UI"/>
                <a:ea typeface="Segoe UI"/>
                <a:cs typeface="Segoe UI"/>
              </a:defRPr>
            </a:lvl6pPr>
            <a:lvl7pPr algn="l">
              <a:defRPr sz="1950" b="0">
                <a:solidFill>
                  <a:srgbClr val="BBC9D1"/>
                </a:solidFill>
                <a:latin typeface="Segoe UI"/>
                <a:ea typeface="Segoe UI"/>
                <a:cs typeface="Segoe UI"/>
              </a:defRPr>
            </a:lvl7pPr>
            <a:lvl8pPr algn="l">
              <a:defRPr sz="1950" b="0">
                <a:solidFill>
                  <a:srgbClr val="BBC9D1"/>
                </a:solidFill>
                <a:latin typeface="Segoe UI"/>
                <a:ea typeface="Segoe UI"/>
                <a:cs typeface="Segoe UI"/>
              </a:defRPr>
            </a:lvl8pPr>
            <a:lvl9pPr algn="l">
              <a:defRPr sz="1950" b="0">
                <a:solidFill>
                  <a:srgbClr val="BBC9D1"/>
                </a:solidFill>
                <a:latin typeface="Segoe UI"/>
                <a:ea typeface="Segoe UI"/>
                <a:cs typeface="Segoe UI"/>
              </a:defRPr>
            </a:lvl9pPr>
          </a:lstStyle>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Existing integration test: real subprocess, real Git, independent checks. No model call.</a:t>
            </a:r>
          </a:p>
        </p:txBody>
      </p:sp>
      <p:sp>
        <p:nvSpPr>
          <p:cNvPr id="6" name="text-67">
            <a:extLst xmlns:a="http://schemas.openxmlformats.org/drawingml/2006/main">
              <a:ext uri="{FF2B5EF4-FFF2-40B4-BE49-F238E27FC236}">
                <a16:creationId xmlns:a16="http://schemas.microsoft.com/office/drawing/2014/main" id="{9211C4BF-1B61-4B56-B84B-9A6107D81389}"/>
              </a:ext>
            </a:extLst>
          </p:cNvPr>
          <p:cNvSpPr>
            <a:spLocks xmlns:a="http://schemas.openxmlformats.org/drawingml/2006/main" noGrp="1"/>
          </p:cNvSpPr>
          <p:nvPr/>
        </p:nvSpPr>
        <p:spPr>
          <a:xfrm xmlns:a="http://schemas.openxmlformats.org/drawingml/2006/main">
            <a:off x="609600" y="24193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2F6F8"/>
                </a:solidFill>
                <a:latin typeface="Segoe UI"/>
                <a:ea typeface="Segoe UI"/>
                <a:cs typeface="Segoe UI"/>
              </a:defRPr>
            </a:defPPr>
            <a:lvl1pPr algn="l">
              <a:defRPr sz="1350" b="1">
                <a:solidFill>
                  <a:srgbClr val="F2F6F8"/>
                </a:solidFill>
                <a:latin typeface="Segoe UI"/>
                <a:ea typeface="Segoe UI"/>
                <a:cs typeface="Segoe UI"/>
              </a:defRPr>
            </a:lvl1pPr>
            <a:lvl2pPr algn="l">
              <a:defRPr sz="1350" b="1">
                <a:solidFill>
                  <a:srgbClr val="F2F6F8"/>
                </a:solidFill>
                <a:latin typeface="Segoe UI"/>
                <a:ea typeface="Segoe UI"/>
                <a:cs typeface="Segoe UI"/>
              </a:defRPr>
            </a:lvl2pPr>
            <a:lvl3pPr algn="l">
              <a:defRPr sz="1350" b="1">
                <a:solidFill>
                  <a:srgbClr val="F2F6F8"/>
                </a:solidFill>
                <a:latin typeface="Segoe UI"/>
                <a:ea typeface="Segoe UI"/>
                <a:cs typeface="Segoe UI"/>
              </a:defRPr>
            </a:lvl3pPr>
            <a:lvl4pPr algn="l">
              <a:defRPr sz="1350" b="1">
                <a:solidFill>
                  <a:srgbClr val="F2F6F8"/>
                </a:solidFill>
                <a:latin typeface="Segoe UI"/>
                <a:ea typeface="Segoe UI"/>
                <a:cs typeface="Segoe UI"/>
              </a:defRPr>
            </a:lvl4pPr>
            <a:lvl5pPr algn="l">
              <a:defRPr sz="1350" b="1">
                <a:solidFill>
                  <a:srgbClr val="F2F6F8"/>
                </a:solidFill>
                <a:latin typeface="Segoe UI"/>
                <a:ea typeface="Segoe UI"/>
                <a:cs typeface="Segoe UI"/>
              </a:defRPr>
            </a:lvl5pPr>
            <a:lvl6pPr algn="l">
              <a:defRPr sz="1350" b="1">
                <a:solidFill>
                  <a:srgbClr val="F2F6F8"/>
                </a:solidFill>
                <a:latin typeface="Segoe UI"/>
                <a:ea typeface="Segoe UI"/>
                <a:cs typeface="Segoe UI"/>
              </a:defRPr>
            </a:lvl6pPr>
            <a:lvl7pPr algn="l">
              <a:defRPr sz="1350" b="1">
                <a:solidFill>
                  <a:srgbClr val="F2F6F8"/>
                </a:solidFill>
                <a:latin typeface="Segoe UI"/>
                <a:ea typeface="Segoe UI"/>
                <a:cs typeface="Segoe UI"/>
              </a:defRPr>
            </a:lvl7pPr>
            <a:lvl8pPr algn="l">
              <a:defRPr sz="1350" b="1">
                <a:solidFill>
                  <a:srgbClr val="F2F6F8"/>
                </a:solidFill>
                <a:latin typeface="Segoe UI"/>
                <a:ea typeface="Segoe UI"/>
                <a:cs typeface="Segoe UI"/>
              </a:defRPr>
            </a:lvl8pPr>
            <a:lvl9pPr algn="l">
              <a:defRPr sz="1350" b="1">
                <a:solidFill>
                  <a:srgbClr val="F2F6F8"/>
                </a:solidFill>
                <a:latin typeface="Segoe UI"/>
                <a:ea typeface="Segoe UI"/>
                <a:cs typeface="Segoe UI"/>
              </a:defRPr>
            </a:lvl9pPr>
          </a:lstStyle>
          <a:p xmlns:a="http://schemas.openxmlformats.org/drawingml/2006/main">
            <a:pPr algn="l">
              <a:defRPr sz="1350" b="1">
                <a:solidFill>
                  <a:srgbClr val="F2F6F8"/>
                </a:solidFill>
                <a:latin typeface="Segoe UI"/>
                <a:ea typeface="Segoe UI"/>
                <a:cs typeface="Segoe UI"/>
              </a:defRPr>
            </a:pPr>
            <a:r>
              <a:rPr sz="1350" b="1">
                <a:solidFill>
                  <a:srgbClr val="F2F6F8"/>
                </a:solidFill>
                <a:latin typeface="Segoe UI"/>
                <a:ea typeface="Segoe UI"/>
                <a:cs typeface="Segoe UI"/>
              </a:rPr>
              <a:t>01</a:t>
            </a:r>
          </a:p>
        </p:txBody>
      </p:sp>
      <p:sp>
        <p:nvSpPr>
          <p:cNvPr id="7" name="text-68">
            <a:extLst xmlns:a="http://schemas.openxmlformats.org/drawingml/2006/main">
              <a:ext uri="{FF2B5EF4-FFF2-40B4-BE49-F238E27FC236}">
                <a16:creationId xmlns:a16="http://schemas.microsoft.com/office/drawing/2014/main" id="{29E6ABC1-7CC7-4898-9C90-8CB7E08EE8E4}"/>
              </a:ext>
            </a:extLst>
          </p:cNvPr>
          <p:cNvSpPr>
            <a:spLocks xmlns:a="http://schemas.openxmlformats.org/drawingml/2006/main" noGrp="1"/>
          </p:cNvSpPr>
          <p:nvPr/>
        </p:nvSpPr>
        <p:spPr>
          <a:xfrm xmlns:a="http://schemas.openxmlformats.org/drawingml/2006/main">
            <a:off x="609600" y="280987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2F6F8"/>
                </a:solidFill>
                <a:latin typeface="Segoe UI"/>
                <a:ea typeface="Segoe UI"/>
                <a:cs typeface="Segoe UI"/>
              </a:defRPr>
            </a:defPPr>
            <a:lvl1pPr algn="l">
              <a:defRPr sz="2175" b="1">
                <a:solidFill>
                  <a:srgbClr val="F2F6F8"/>
                </a:solidFill>
                <a:latin typeface="Segoe UI"/>
                <a:ea typeface="Segoe UI"/>
                <a:cs typeface="Segoe UI"/>
              </a:defRPr>
            </a:lvl1pPr>
            <a:lvl2pPr algn="l">
              <a:defRPr sz="2175" b="1">
                <a:solidFill>
                  <a:srgbClr val="F2F6F8"/>
                </a:solidFill>
                <a:latin typeface="Segoe UI"/>
                <a:ea typeface="Segoe UI"/>
                <a:cs typeface="Segoe UI"/>
              </a:defRPr>
            </a:lvl2pPr>
            <a:lvl3pPr algn="l">
              <a:defRPr sz="2175" b="1">
                <a:solidFill>
                  <a:srgbClr val="F2F6F8"/>
                </a:solidFill>
                <a:latin typeface="Segoe UI"/>
                <a:ea typeface="Segoe UI"/>
                <a:cs typeface="Segoe UI"/>
              </a:defRPr>
            </a:lvl3pPr>
            <a:lvl4pPr algn="l">
              <a:defRPr sz="2175" b="1">
                <a:solidFill>
                  <a:srgbClr val="F2F6F8"/>
                </a:solidFill>
                <a:latin typeface="Segoe UI"/>
                <a:ea typeface="Segoe UI"/>
                <a:cs typeface="Segoe UI"/>
              </a:defRPr>
            </a:lvl4pPr>
            <a:lvl5pPr algn="l">
              <a:defRPr sz="2175" b="1">
                <a:solidFill>
                  <a:srgbClr val="F2F6F8"/>
                </a:solidFill>
                <a:latin typeface="Segoe UI"/>
                <a:ea typeface="Segoe UI"/>
                <a:cs typeface="Segoe UI"/>
              </a:defRPr>
            </a:lvl5pPr>
            <a:lvl6pPr algn="l">
              <a:defRPr sz="2175" b="1">
                <a:solidFill>
                  <a:srgbClr val="F2F6F8"/>
                </a:solidFill>
                <a:latin typeface="Segoe UI"/>
                <a:ea typeface="Segoe UI"/>
                <a:cs typeface="Segoe UI"/>
              </a:defRPr>
            </a:lvl6pPr>
            <a:lvl7pPr algn="l">
              <a:defRPr sz="2175" b="1">
                <a:solidFill>
                  <a:srgbClr val="F2F6F8"/>
                </a:solidFill>
                <a:latin typeface="Segoe UI"/>
                <a:ea typeface="Segoe UI"/>
                <a:cs typeface="Segoe UI"/>
              </a:defRPr>
            </a:lvl7pPr>
            <a:lvl8pPr algn="l">
              <a:defRPr sz="2175" b="1">
                <a:solidFill>
                  <a:srgbClr val="F2F6F8"/>
                </a:solidFill>
                <a:latin typeface="Segoe UI"/>
                <a:ea typeface="Segoe UI"/>
                <a:cs typeface="Segoe UI"/>
              </a:defRPr>
            </a:lvl8pPr>
            <a:lvl9pPr algn="l">
              <a:defRPr sz="2175" b="1">
                <a:solidFill>
                  <a:srgbClr val="F2F6F8"/>
                </a:solidFill>
                <a:latin typeface="Segoe UI"/>
                <a:ea typeface="Segoe UI"/>
                <a:cs typeface="Segoe UI"/>
              </a:defRPr>
            </a:lvl9pPr>
          </a:lstStyle>
          <a:p xmlns:a="http://schemas.openxmlformats.org/drawingml/2006/main">
            <a:pPr algn="l">
              <a:defRPr sz="2175" b="1">
                <a:solidFill>
                  <a:srgbClr val="F2F6F8"/>
                </a:solidFill>
                <a:latin typeface="Segoe UI"/>
                <a:ea typeface="Segoe UI"/>
                <a:cs typeface="Segoe UI"/>
              </a:defRPr>
            </a:pPr>
            <a:r>
              <a:rPr sz="2175" b="1">
                <a:solidFill>
                  <a:srgbClr val="F2F6F8"/>
                </a:solidFill>
                <a:latin typeface="Segoe UI"/>
                <a:ea typeface="Segoe UI"/>
                <a:cs typeface="Segoe UI"/>
              </a:rPr>
              <a:t>Task specification</a:t>
            </a:r>
          </a:p>
        </p:txBody>
      </p:sp>
      <p:sp>
        <p:nvSpPr>
          <p:cNvPr id="8" name="shape-69">
            <a:extLst xmlns:a="http://schemas.openxmlformats.org/drawingml/2006/main">
              <a:ext uri="{FF2B5EF4-FFF2-40B4-BE49-F238E27FC236}">
                <a16:creationId xmlns:a16="http://schemas.microsoft.com/office/drawing/2014/main" id="{5FD7BB57-451F-4E7F-8577-BB65190CE105}"/>
              </a:ext>
            </a:extLst>
          </p:cNvPr>
          <p:cNvSpPr>
            <a:spLocks xmlns:a="http://schemas.openxmlformats.org/drawingml/2006/main" noGrp="1"/>
          </p:cNvSpPr>
          <p:nvPr/>
        </p:nvSpPr>
        <p:spPr>
          <a:xfrm xmlns:a="http://schemas.openxmlformats.org/drawingml/2006/main">
            <a:off x="609600" y="3676650"/>
            <a:ext cx="1981200" cy="28575"/>
          </a:xfrm>
          <a:prstGeom xmlns:a="http://schemas.openxmlformats.org/drawingml/2006/main" prst="rect">
            <a:avLst/>
          </a:prstGeom>
          <a:solidFill xmlns:a="http://schemas.openxmlformats.org/drawingml/2006/main">
            <a:srgbClr val="BBC9D1"/>
          </a:solidFill>
          <a:ln xmlns:a="http://schemas.openxmlformats.org/drawingml/2006/main" w="0">
            <a:noFill/>
            <a:prstDash val="solid"/>
          </a:ln>
        </p:spPr>
      </p:sp>
      <p:sp>
        <p:nvSpPr>
          <p:cNvPr id="9" name="text-70">
            <a:extLst xmlns:a="http://schemas.openxmlformats.org/drawingml/2006/main">
              <a:ext uri="{FF2B5EF4-FFF2-40B4-BE49-F238E27FC236}">
                <a16:creationId xmlns:a16="http://schemas.microsoft.com/office/drawing/2014/main" id="{64239E1E-C534-478B-87FB-8C3514C88805}"/>
              </a:ext>
            </a:extLst>
          </p:cNvPr>
          <p:cNvSpPr>
            <a:spLocks xmlns:a="http://schemas.openxmlformats.org/drawingml/2006/main" noGrp="1"/>
          </p:cNvSpPr>
          <p:nvPr/>
        </p:nvSpPr>
        <p:spPr>
          <a:xfrm xmlns:a="http://schemas.openxmlformats.org/drawingml/2006/main">
            <a:off x="609600" y="3943350"/>
            <a:ext cx="1981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Allow changes to</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existing.txt</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and new.txt</a:t>
            </a:r>
          </a:p>
        </p:txBody>
      </p:sp>
      <p:sp>
        <p:nvSpPr>
          <p:cNvPr id="10" name="">
            <a:extLst xmlns:a="http://schemas.openxmlformats.org/drawingml/2006/main">
              <a:ext uri="{FF2B5EF4-FFF2-40B4-BE49-F238E27FC236}">
                <a16:creationId xmlns:a16="http://schemas.microsoft.com/office/drawing/2014/main" id="{BF23DAAC-AC41-4C22-B071-2D71D5381A09}"/>
              </a:ext>
            </a:extLst>
          </p:cNvPr>
          <p:cNvSpPr>
            <a:spLocks xmlns:a="http://schemas.openxmlformats.org/drawingml/2006/main" noGrp="1"/>
          </p:cNvSpPr>
          <p:nvPr/>
        </p:nvSpPr>
        <p:spPr>
          <a:xfrm xmlns:a="http://schemas.openxmlformats.org/drawingml/2006/main">
            <a:off x="2619375" y="3609975"/>
            <a:ext cx="209550"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11" name="text-71">
            <a:extLst xmlns:a="http://schemas.openxmlformats.org/drawingml/2006/main">
              <a:ext uri="{FF2B5EF4-FFF2-40B4-BE49-F238E27FC236}">
                <a16:creationId xmlns:a16="http://schemas.microsoft.com/office/drawing/2014/main" id="{D496B0A0-84C2-43B1-B066-7A3F7F717B16}"/>
              </a:ext>
            </a:extLst>
          </p:cNvPr>
          <p:cNvSpPr>
            <a:spLocks xmlns:a="http://schemas.openxmlformats.org/drawingml/2006/main" noGrp="1"/>
          </p:cNvSpPr>
          <p:nvPr/>
        </p:nvSpPr>
        <p:spPr>
          <a:xfrm xmlns:a="http://schemas.openxmlformats.org/drawingml/2006/main">
            <a:off x="2857500" y="24193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02</a:t>
            </a:r>
          </a:p>
        </p:txBody>
      </p:sp>
      <p:sp>
        <p:nvSpPr>
          <p:cNvPr id="12" name="text-72">
            <a:extLst xmlns:a="http://schemas.openxmlformats.org/drawingml/2006/main">
              <a:ext uri="{FF2B5EF4-FFF2-40B4-BE49-F238E27FC236}">
                <a16:creationId xmlns:a16="http://schemas.microsoft.com/office/drawing/2014/main" id="{772AC5F6-FCDE-492D-B07E-6018A63677EB}"/>
              </a:ext>
            </a:extLst>
          </p:cNvPr>
          <p:cNvSpPr>
            <a:spLocks xmlns:a="http://schemas.openxmlformats.org/drawingml/2006/main" noGrp="1"/>
          </p:cNvSpPr>
          <p:nvPr/>
        </p:nvSpPr>
        <p:spPr>
          <a:xfrm xmlns:a="http://schemas.openxmlformats.org/drawingml/2006/main">
            <a:off x="2857500" y="280987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2F6F8"/>
                </a:solidFill>
                <a:latin typeface="Segoe UI"/>
                <a:ea typeface="Segoe UI"/>
                <a:cs typeface="Segoe UI"/>
              </a:defRPr>
            </a:defPPr>
            <a:lvl1pPr algn="l">
              <a:defRPr sz="2175" b="1">
                <a:solidFill>
                  <a:srgbClr val="F2F6F8"/>
                </a:solidFill>
                <a:latin typeface="Segoe UI"/>
                <a:ea typeface="Segoe UI"/>
                <a:cs typeface="Segoe UI"/>
              </a:defRPr>
            </a:lvl1pPr>
            <a:lvl2pPr algn="l">
              <a:defRPr sz="2175" b="1">
                <a:solidFill>
                  <a:srgbClr val="F2F6F8"/>
                </a:solidFill>
                <a:latin typeface="Segoe UI"/>
                <a:ea typeface="Segoe UI"/>
                <a:cs typeface="Segoe UI"/>
              </a:defRPr>
            </a:lvl2pPr>
            <a:lvl3pPr algn="l">
              <a:defRPr sz="2175" b="1">
                <a:solidFill>
                  <a:srgbClr val="F2F6F8"/>
                </a:solidFill>
                <a:latin typeface="Segoe UI"/>
                <a:ea typeface="Segoe UI"/>
                <a:cs typeface="Segoe UI"/>
              </a:defRPr>
            </a:lvl3pPr>
            <a:lvl4pPr algn="l">
              <a:defRPr sz="2175" b="1">
                <a:solidFill>
                  <a:srgbClr val="F2F6F8"/>
                </a:solidFill>
                <a:latin typeface="Segoe UI"/>
                <a:ea typeface="Segoe UI"/>
                <a:cs typeface="Segoe UI"/>
              </a:defRPr>
            </a:lvl4pPr>
            <a:lvl5pPr algn="l">
              <a:defRPr sz="2175" b="1">
                <a:solidFill>
                  <a:srgbClr val="F2F6F8"/>
                </a:solidFill>
                <a:latin typeface="Segoe UI"/>
                <a:ea typeface="Segoe UI"/>
                <a:cs typeface="Segoe UI"/>
              </a:defRPr>
            </a:lvl5pPr>
            <a:lvl6pPr algn="l">
              <a:defRPr sz="2175" b="1">
                <a:solidFill>
                  <a:srgbClr val="F2F6F8"/>
                </a:solidFill>
                <a:latin typeface="Segoe UI"/>
                <a:ea typeface="Segoe UI"/>
                <a:cs typeface="Segoe UI"/>
              </a:defRPr>
            </a:lvl6pPr>
            <a:lvl7pPr algn="l">
              <a:defRPr sz="2175" b="1">
                <a:solidFill>
                  <a:srgbClr val="F2F6F8"/>
                </a:solidFill>
                <a:latin typeface="Segoe UI"/>
                <a:ea typeface="Segoe UI"/>
                <a:cs typeface="Segoe UI"/>
              </a:defRPr>
            </a:lvl7pPr>
            <a:lvl8pPr algn="l">
              <a:defRPr sz="2175" b="1">
                <a:solidFill>
                  <a:srgbClr val="F2F6F8"/>
                </a:solidFill>
                <a:latin typeface="Segoe UI"/>
                <a:ea typeface="Segoe UI"/>
                <a:cs typeface="Segoe UI"/>
              </a:defRPr>
            </a:lvl8pPr>
            <a:lvl9pPr algn="l">
              <a:defRPr sz="2175" b="1">
                <a:solidFill>
                  <a:srgbClr val="F2F6F8"/>
                </a:solidFill>
                <a:latin typeface="Segoe UI"/>
                <a:ea typeface="Segoe UI"/>
                <a:cs typeface="Segoe UI"/>
              </a:defRPr>
            </a:lvl9pPr>
          </a:lstStyle>
          <a:p xmlns:a="http://schemas.openxmlformats.org/drawingml/2006/main">
            <a:pPr algn="l">
              <a:defRPr sz="2175" b="1">
                <a:solidFill>
                  <a:srgbClr val="F2F6F8"/>
                </a:solidFill>
                <a:latin typeface="Segoe UI"/>
                <a:ea typeface="Segoe UI"/>
                <a:cs typeface="Segoe UI"/>
              </a:defRPr>
            </a:pPr>
            <a:r>
              <a:rPr sz="2175" b="1">
                <a:solidFill>
                  <a:srgbClr val="F2F6F8"/>
                </a:solidFill>
                <a:latin typeface="Segoe UI"/>
                <a:ea typeface="Segoe UI"/>
                <a:cs typeface="Segoe UI"/>
              </a:rPr>
              <a:t>Worker execution</a:t>
            </a:r>
          </a:p>
        </p:txBody>
      </p:sp>
      <p:sp>
        <p:nvSpPr>
          <p:cNvPr id="13" name="shape-73">
            <a:extLst xmlns:a="http://schemas.openxmlformats.org/drawingml/2006/main">
              <a:ext uri="{FF2B5EF4-FFF2-40B4-BE49-F238E27FC236}">
                <a16:creationId xmlns:a16="http://schemas.microsoft.com/office/drawing/2014/main" id="{E3C6C0BB-54D5-4A5D-B33D-0D5EC93223B8}"/>
              </a:ext>
            </a:extLst>
          </p:cNvPr>
          <p:cNvSpPr>
            <a:spLocks xmlns:a="http://schemas.openxmlformats.org/drawingml/2006/main" noGrp="1"/>
          </p:cNvSpPr>
          <p:nvPr/>
        </p:nvSpPr>
        <p:spPr>
          <a:xfrm xmlns:a="http://schemas.openxmlformats.org/drawingml/2006/main">
            <a:off x="2857500" y="3676650"/>
            <a:ext cx="1981200" cy="2857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14" name="text-74">
            <a:extLst xmlns:a="http://schemas.openxmlformats.org/drawingml/2006/main">
              <a:ext uri="{FF2B5EF4-FFF2-40B4-BE49-F238E27FC236}">
                <a16:creationId xmlns:a16="http://schemas.microsoft.com/office/drawing/2014/main" id="{6C8EEB4F-1923-4534-AC2F-AEA664D496CC}"/>
              </a:ext>
            </a:extLst>
          </p:cNvPr>
          <p:cNvSpPr>
            <a:spLocks xmlns:a="http://schemas.openxmlformats.org/drawingml/2006/main" noGrp="1"/>
          </p:cNvSpPr>
          <p:nvPr/>
        </p:nvSpPr>
        <p:spPr>
          <a:xfrm xmlns:a="http://schemas.openxmlformats.org/drawingml/2006/main">
            <a:off x="2857500" y="3943350"/>
            <a:ext cx="1981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Synthetic Python</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worker edits one</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file and adds one</a:t>
            </a:r>
          </a:p>
        </p:txBody>
      </p:sp>
      <p:sp>
        <p:nvSpPr>
          <p:cNvPr id="15" name="">
            <a:extLst xmlns:a="http://schemas.openxmlformats.org/drawingml/2006/main">
              <a:ext uri="{FF2B5EF4-FFF2-40B4-BE49-F238E27FC236}">
                <a16:creationId xmlns:a16="http://schemas.microsoft.com/office/drawing/2014/main" id="{2AF3D77B-62F9-4D24-B0E6-DACB3E50FB80}"/>
              </a:ext>
            </a:extLst>
          </p:cNvPr>
          <p:cNvSpPr>
            <a:spLocks xmlns:a="http://schemas.openxmlformats.org/drawingml/2006/main" noGrp="1"/>
          </p:cNvSpPr>
          <p:nvPr/>
        </p:nvSpPr>
        <p:spPr>
          <a:xfrm xmlns:a="http://schemas.openxmlformats.org/drawingml/2006/main">
            <a:off x="4867275" y="3609975"/>
            <a:ext cx="209550"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16" name="text-75">
            <a:extLst xmlns:a="http://schemas.openxmlformats.org/drawingml/2006/main">
              <a:ext uri="{FF2B5EF4-FFF2-40B4-BE49-F238E27FC236}">
                <a16:creationId xmlns:a16="http://schemas.microsoft.com/office/drawing/2014/main" id="{71E14B89-1FF0-4C04-8DFB-17BE853A5825}"/>
              </a:ext>
            </a:extLst>
          </p:cNvPr>
          <p:cNvSpPr>
            <a:spLocks xmlns:a="http://schemas.openxmlformats.org/drawingml/2006/main" noGrp="1"/>
          </p:cNvSpPr>
          <p:nvPr/>
        </p:nvSpPr>
        <p:spPr>
          <a:xfrm xmlns:a="http://schemas.openxmlformats.org/drawingml/2006/main">
            <a:off x="5105400" y="24193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03</a:t>
            </a:r>
          </a:p>
        </p:txBody>
      </p:sp>
      <p:sp>
        <p:nvSpPr>
          <p:cNvPr id="17" name="text-76">
            <a:extLst xmlns:a="http://schemas.openxmlformats.org/drawingml/2006/main">
              <a:ext uri="{FF2B5EF4-FFF2-40B4-BE49-F238E27FC236}">
                <a16:creationId xmlns:a16="http://schemas.microsoft.com/office/drawing/2014/main" id="{096FC504-42E4-41C5-B4BC-0BE6FCAB4D7D}"/>
              </a:ext>
            </a:extLst>
          </p:cNvPr>
          <p:cNvSpPr>
            <a:spLocks xmlns:a="http://schemas.openxmlformats.org/drawingml/2006/main" noGrp="1"/>
          </p:cNvSpPr>
          <p:nvPr/>
        </p:nvSpPr>
        <p:spPr>
          <a:xfrm xmlns:a="http://schemas.openxmlformats.org/drawingml/2006/main">
            <a:off x="5105400" y="280987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2F6F8"/>
                </a:solidFill>
                <a:latin typeface="Segoe UI"/>
                <a:ea typeface="Segoe UI"/>
                <a:cs typeface="Segoe UI"/>
              </a:defRPr>
            </a:defPPr>
            <a:lvl1pPr algn="l">
              <a:defRPr sz="2175" b="1">
                <a:solidFill>
                  <a:srgbClr val="F2F6F8"/>
                </a:solidFill>
                <a:latin typeface="Segoe UI"/>
                <a:ea typeface="Segoe UI"/>
                <a:cs typeface="Segoe UI"/>
              </a:defRPr>
            </a:lvl1pPr>
            <a:lvl2pPr algn="l">
              <a:defRPr sz="2175" b="1">
                <a:solidFill>
                  <a:srgbClr val="F2F6F8"/>
                </a:solidFill>
                <a:latin typeface="Segoe UI"/>
                <a:ea typeface="Segoe UI"/>
                <a:cs typeface="Segoe UI"/>
              </a:defRPr>
            </a:lvl2pPr>
            <a:lvl3pPr algn="l">
              <a:defRPr sz="2175" b="1">
                <a:solidFill>
                  <a:srgbClr val="F2F6F8"/>
                </a:solidFill>
                <a:latin typeface="Segoe UI"/>
                <a:ea typeface="Segoe UI"/>
                <a:cs typeface="Segoe UI"/>
              </a:defRPr>
            </a:lvl3pPr>
            <a:lvl4pPr algn="l">
              <a:defRPr sz="2175" b="1">
                <a:solidFill>
                  <a:srgbClr val="F2F6F8"/>
                </a:solidFill>
                <a:latin typeface="Segoe UI"/>
                <a:ea typeface="Segoe UI"/>
                <a:cs typeface="Segoe UI"/>
              </a:defRPr>
            </a:lvl4pPr>
            <a:lvl5pPr algn="l">
              <a:defRPr sz="2175" b="1">
                <a:solidFill>
                  <a:srgbClr val="F2F6F8"/>
                </a:solidFill>
                <a:latin typeface="Segoe UI"/>
                <a:ea typeface="Segoe UI"/>
                <a:cs typeface="Segoe UI"/>
              </a:defRPr>
            </a:lvl5pPr>
            <a:lvl6pPr algn="l">
              <a:defRPr sz="2175" b="1">
                <a:solidFill>
                  <a:srgbClr val="F2F6F8"/>
                </a:solidFill>
                <a:latin typeface="Segoe UI"/>
                <a:ea typeface="Segoe UI"/>
                <a:cs typeface="Segoe UI"/>
              </a:defRPr>
            </a:lvl6pPr>
            <a:lvl7pPr algn="l">
              <a:defRPr sz="2175" b="1">
                <a:solidFill>
                  <a:srgbClr val="F2F6F8"/>
                </a:solidFill>
                <a:latin typeface="Segoe UI"/>
                <a:ea typeface="Segoe UI"/>
                <a:cs typeface="Segoe UI"/>
              </a:defRPr>
            </a:lvl7pPr>
            <a:lvl8pPr algn="l">
              <a:defRPr sz="2175" b="1">
                <a:solidFill>
                  <a:srgbClr val="F2F6F8"/>
                </a:solidFill>
                <a:latin typeface="Segoe UI"/>
                <a:ea typeface="Segoe UI"/>
                <a:cs typeface="Segoe UI"/>
              </a:defRPr>
            </a:lvl8pPr>
            <a:lvl9pPr algn="l">
              <a:defRPr sz="2175" b="1">
                <a:solidFill>
                  <a:srgbClr val="F2F6F8"/>
                </a:solidFill>
                <a:latin typeface="Segoe UI"/>
                <a:ea typeface="Segoe UI"/>
                <a:cs typeface="Segoe UI"/>
              </a:defRPr>
            </a:lvl9pPr>
          </a:lstStyle>
          <a:p xmlns:a="http://schemas.openxmlformats.org/drawingml/2006/main">
            <a:pPr algn="l">
              <a:defRPr sz="2175" b="1">
                <a:solidFill>
                  <a:srgbClr val="F2F6F8"/>
                </a:solidFill>
                <a:latin typeface="Segoe UI"/>
                <a:ea typeface="Segoe UI"/>
                <a:cs typeface="Segoe UI"/>
              </a:defRPr>
            </a:pPr>
            <a:r>
              <a:rPr sz="2175" b="1">
                <a:solidFill>
                  <a:srgbClr val="F2F6F8"/>
                </a:solidFill>
                <a:latin typeface="Segoe UI"/>
                <a:ea typeface="Segoe UI"/>
                <a:cs typeface="Segoe UI"/>
              </a:rPr>
              <a:t>Git evidence</a:t>
            </a:r>
          </a:p>
        </p:txBody>
      </p:sp>
      <p:sp>
        <p:nvSpPr>
          <p:cNvPr id="18" name="shape-77">
            <a:extLst xmlns:a="http://schemas.openxmlformats.org/drawingml/2006/main">
              <a:ext uri="{FF2B5EF4-FFF2-40B4-BE49-F238E27FC236}">
                <a16:creationId xmlns:a16="http://schemas.microsoft.com/office/drawing/2014/main" id="{E1314CAF-1CA1-42BE-BADB-E5901D9EFE96}"/>
              </a:ext>
            </a:extLst>
          </p:cNvPr>
          <p:cNvSpPr>
            <a:spLocks xmlns:a="http://schemas.openxmlformats.org/drawingml/2006/main" noGrp="1"/>
          </p:cNvSpPr>
          <p:nvPr/>
        </p:nvSpPr>
        <p:spPr>
          <a:xfrm xmlns:a="http://schemas.openxmlformats.org/drawingml/2006/main">
            <a:off x="5105400" y="3676650"/>
            <a:ext cx="1981200" cy="2857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19" name="text-78">
            <a:extLst xmlns:a="http://schemas.openxmlformats.org/drawingml/2006/main">
              <a:ext uri="{FF2B5EF4-FFF2-40B4-BE49-F238E27FC236}">
                <a16:creationId xmlns:a16="http://schemas.microsoft.com/office/drawing/2014/main" id="{979479DE-FA0C-4ABB-8E7D-58D50B1922A4}"/>
              </a:ext>
            </a:extLst>
          </p:cNvPr>
          <p:cNvSpPr>
            <a:spLocks xmlns:a="http://schemas.openxmlformats.org/drawingml/2006/main" noGrp="1"/>
          </p:cNvSpPr>
          <p:nvPr/>
        </p:nvSpPr>
        <p:spPr>
          <a:xfrm xmlns:a="http://schemas.openxmlformats.org/drawingml/2006/main">
            <a:off x="5105400" y="3943350"/>
            <a:ext cx="1981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Both paths + patch</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HEAD unchanged</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Index unstaged</a:t>
            </a:r>
          </a:p>
        </p:txBody>
      </p:sp>
      <p:sp>
        <p:nvSpPr>
          <p:cNvPr id="20" name="">
            <a:extLst xmlns:a="http://schemas.openxmlformats.org/drawingml/2006/main">
              <a:ext uri="{FF2B5EF4-FFF2-40B4-BE49-F238E27FC236}">
                <a16:creationId xmlns:a16="http://schemas.microsoft.com/office/drawing/2014/main" id="{4DB04085-9CB1-407C-BFEE-265EBAE8A365}"/>
              </a:ext>
            </a:extLst>
          </p:cNvPr>
          <p:cNvSpPr>
            <a:spLocks xmlns:a="http://schemas.openxmlformats.org/drawingml/2006/main" noGrp="1"/>
          </p:cNvSpPr>
          <p:nvPr/>
        </p:nvSpPr>
        <p:spPr>
          <a:xfrm xmlns:a="http://schemas.openxmlformats.org/drawingml/2006/main">
            <a:off x="7115175" y="3609975"/>
            <a:ext cx="209550"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21" name="text-79">
            <a:extLst xmlns:a="http://schemas.openxmlformats.org/drawingml/2006/main">
              <a:ext uri="{FF2B5EF4-FFF2-40B4-BE49-F238E27FC236}">
                <a16:creationId xmlns:a16="http://schemas.microsoft.com/office/drawing/2014/main" id="{E225B8B9-2223-44B3-BA99-0B48146805BF}"/>
              </a:ext>
            </a:extLst>
          </p:cNvPr>
          <p:cNvSpPr>
            <a:spLocks xmlns:a="http://schemas.openxmlformats.org/drawingml/2006/main" noGrp="1"/>
          </p:cNvSpPr>
          <p:nvPr/>
        </p:nvSpPr>
        <p:spPr>
          <a:xfrm xmlns:a="http://schemas.openxmlformats.org/drawingml/2006/main">
            <a:off x="7353300" y="24193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04</a:t>
            </a:r>
          </a:p>
        </p:txBody>
      </p:sp>
      <p:sp>
        <p:nvSpPr>
          <p:cNvPr id="22" name="text-80">
            <a:extLst xmlns:a="http://schemas.openxmlformats.org/drawingml/2006/main">
              <a:ext uri="{FF2B5EF4-FFF2-40B4-BE49-F238E27FC236}">
                <a16:creationId xmlns:a16="http://schemas.microsoft.com/office/drawing/2014/main" id="{118F2F4A-F7FA-472F-AA20-770E377CA706}"/>
              </a:ext>
            </a:extLst>
          </p:cNvPr>
          <p:cNvSpPr>
            <a:spLocks xmlns:a="http://schemas.openxmlformats.org/drawingml/2006/main" noGrp="1"/>
          </p:cNvSpPr>
          <p:nvPr/>
        </p:nvSpPr>
        <p:spPr>
          <a:xfrm xmlns:a="http://schemas.openxmlformats.org/drawingml/2006/main">
            <a:off x="7353300" y="280987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2F6F8"/>
                </a:solidFill>
                <a:latin typeface="Segoe UI"/>
                <a:ea typeface="Segoe UI"/>
                <a:cs typeface="Segoe UI"/>
              </a:defRPr>
            </a:defPPr>
            <a:lvl1pPr algn="l">
              <a:defRPr sz="2175" b="1">
                <a:solidFill>
                  <a:srgbClr val="F2F6F8"/>
                </a:solidFill>
                <a:latin typeface="Segoe UI"/>
                <a:ea typeface="Segoe UI"/>
                <a:cs typeface="Segoe UI"/>
              </a:defRPr>
            </a:lvl1pPr>
            <a:lvl2pPr algn="l">
              <a:defRPr sz="2175" b="1">
                <a:solidFill>
                  <a:srgbClr val="F2F6F8"/>
                </a:solidFill>
                <a:latin typeface="Segoe UI"/>
                <a:ea typeface="Segoe UI"/>
                <a:cs typeface="Segoe UI"/>
              </a:defRPr>
            </a:lvl2pPr>
            <a:lvl3pPr algn="l">
              <a:defRPr sz="2175" b="1">
                <a:solidFill>
                  <a:srgbClr val="F2F6F8"/>
                </a:solidFill>
                <a:latin typeface="Segoe UI"/>
                <a:ea typeface="Segoe UI"/>
                <a:cs typeface="Segoe UI"/>
              </a:defRPr>
            </a:lvl3pPr>
            <a:lvl4pPr algn="l">
              <a:defRPr sz="2175" b="1">
                <a:solidFill>
                  <a:srgbClr val="F2F6F8"/>
                </a:solidFill>
                <a:latin typeface="Segoe UI"/>
                <a:ea typeface="Segoe UI"/>
                <a:cs typeface="Segoe UI"/>
              </a:defRPr>
            </a:lvl4pPr>
            <a:lvl5pPr algn="l">
              <a:defRPr sz="2175" b="1">
                <a:solidFill>
                  <a:srgbClr val="F2F6F8"/>
                </a:solidFill>
                <a:latin typeface="Segoe UI"/>
                <a:ea typeface="Segoe UI"/>
                <a:cs typeface="Segoe UI"/>
              </a:defRPr>
            </a:lvl5pPr>
            <a:lvl6pPr algn="l">
              <a:defRPr sz="2175" b="1">
                <a:solidFill>
                  <a:srgbClr val="F2F6F8"/>
                </a:solidFill>
                <a:latin typeface="Segoe UI"/>
                <a:ea typeface="Segoe UI"/>
                <a:cs typeface="Segoe UI"/>
              </a:defRPr>
            </a:lvl6pPr>
            <a:lvl7pPr algn="l">
              <a:defRPr sz="2175" b="1">
                <a:solidFill>
                  <a:srgbClr val="F2F6F8"/>
                </a:solidFill>
                <a:latin typeface="Segoe UI"/>
                <a:ea typeface="Segoe UI"/>
                <a:cs typeface="Segoe UI"/>
              </a:defRPr>
            </a:lvl7pPr>
            <a:lvl8pPr algn="l">
              <a:defRPr sz="2175" b="1">
                <a:solidFill>
                  <a:srgbClr val="F2F6F8"/>
                </a:solidFill>
                <a:latin typeface="Segoe UI"/>
                <a:ea typeface="Segoe UI"/>
                <a:cs typeface="Segoe UI"/>
              </a:defRPr>
            </a:lvl8pPr>
            <a:lvl9pPr algn="l">
              <a:defRPr sz="2175" b="1">
                <a:solidFill>
                  <a:srgbClr val="F2F6F8"/>
                </a:solidFill>
                <a:latin typeface="Segoe UI"/>
                <a:ea typeface="Segoe UI"/>
                <a:cs typeface="Segoe UI"/>
              </a:defRPr>
            </a:lvl9pPr>
          </a:lstStyle>
          <a:p xmlns:a="http://schemas.openxmlformats.org/drawingml/2006/main">
            <a:pPr algn="l">
              <a:defRPr sz="2175" b="1">
                <a:solidFill>
                  <a:srgbClr val="F2F6F8"/>
                </a:solidFill>
                <a:latin typeface="Segoe UI"/>
                <a:ea typeface="Segoe UI"/>
                <a:cs typeface="Segoe UI"/>
              </a:defRPr>
            </a:pPr>
            <a:r>
              <a:rPr sz="2175" b="1">
                <a:solidFill>
                  <a:srgbClr val="F2F6F8"/>
                </a:solidFill>
                <a:latin typeface="Segoe UI"/>
                <a:ea typeface="Segoe UI"/>
                <a:cs typeface="Segoe UI"/>
              </a:rPr>
              <a:t>Verification</a:t>
            </a:r>
          </a:p>
        </p:txBody>
      </p:sp>
      <p:sp>
        <p:nvSpPr>
          <p:cNvPr id="23" name="shape-81">
            <a:extLst xmlns:a="http://schemas.openxmlformats.org/drawingml/2006/main">
              <a:ext uri="{FF2B5EF4-FFF2-40B4-BE49-F238E27FC236}">
                <a16:creationId xmlns:a16="http://schemas.microsoft.com/office/drawing/2014/main" id="{3AF0BBA4-3679-4E6B-83C0-7B0E7DF28C57}"/>
              </a:ext>
            </a:extLst>
          </p:cNvPr>
          <p:cNvSpPr>
            <a:spLocks xmlns:a="http://schemas.openxmlformats.org/drawingml/2006/main" noGrp="1"/>
          </p:cNvSpPr>
          <p:nvPr/>
        </p:nvSpPr>
        <p:spPr>
          <a:xfrm xmlns:a="http://schemas.openxmlformats.org/drawingml/2006/main">
            <a:off x="7353300" y="3676650"/>
            <a:ext cx="1981200" cy="2857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24" name="text-82">
            <a:extLst xmlns:a="http://schemas.openxmlformats.org/drawingml/2006/main">
              <a:ext uri="{FF2B5EF4-FFF2-40B4-BE49-F238E27FC236}">
                <a16:creationId xmlns:a16="http://schemas.microsoft.com/office/drawing/2014/main" id="{D862DB75-F170-4904-9039-4F27F672CE7A}"/>
              </a:ext>
            </a:extLst>
          </p:cNvPr>
          <p:cNvSpPr>
            <a:spLocks xmlns:a="http://schemas.openxmlformats.org/drawingml/2006/main" noGrp="1"/>
          </p:cNvSpPr>
          <p:nvPr/>
        </p:nvSpPr>
        <p:spPr>
          <a:xfrm xmlns:a="http://schemas.openxmlformats.org/drawingml/2006/main">
            <a:off x="7353300" y="3943350"/>
            <a:ext cx="1981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Separate process</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asserts the exact</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content of both files</a:t>
            </a:r>
          </a:p>
        </p:txBody>
      </p:sp>
      <p:sp>
        <p:nvSpPr>
          <p:cNvPr id="25" name="">
            <a:extLst xmlns:a="http://schemas.openxmlformats.org/drawingml/2006/main">
              <a:ext uri="{FF2B5EF4-FFF2-40B4-BE49-F238E27FC236}">
                <a16:creationId xmlns:a16="http://schemas.microsoft.com/office/drawing/2014/main" id="{BE0BAE96-8BE0-45FE-BE4C-05EF8D9DE56C}"/>
              </a:ext>
            </a:extLst>
          </p:cNvPr>
          <p:cNvSpPr>
            <a:spLocks xmlns:a="http://schemas.openxmlformats.org/drawingml/2006/main" noGrp="1"/>
          </p:cNvSpPr>
          <p:nvPr/>
        </p:nvSpPr>
        <p:spPr>
          <a:xfrm xmlns:a="http://schemas.openxmlformats.org/drawingml/2006/main">
            <a:off x="9363075" y="3609975"/>
            <a:ext cx="209550"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26" name="text-83">
            <a:extLst xmlns:a="http://schemas.openxmlformats.org/drawingml/2006/main">
              <a:ext uri="{FF2B5EF4-FFF2-40B4-BE49-F238E27FC236}">
                <a16:creationId xmlns:a16="http://schemas.microsoft.com/office/drawing/2014/main" id="{6CEC075C-A4C0-4069-A9B2-23CBA24146F7}"/>
              </a:ext>
            </a:extLst>
          </p:cNvPr>
          <p:cNvSpPr>
            <a:spLocks xmlns:a="http://schemas.openxmlformats.org/drawingml/2006/main" noGrp="1"/>
          </p:cNvSpPr>
          <p:nvPr/>
        </p:nvSpPr>
        <p:spPr>
          <a:xfrm xmlns:a="http://schemas.openxmlformats.org/drawingml/2006/main">
            <a:off x="9601200" y="24193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05</a:t>
            </a:r>
          </a:p>
        </p:txBody>
      </p:sp>
      <p:sp>
        <p:nvSpPr>
          <p:cNvPr id="27" name="text-84">
            <a:extLst xmlns:a="http://schemas.openxmlformats.org/drawingml/2006/main">
              <a:ext uri="{FF2B5EF4-FFF2-40B4-BE49-F238E27FC236}">
                <a16:creationId xmlns:a16="http://schemas.microsoft.com/office/drawing/2014/main" id="{66C986F2-BC3D-4146-9309-AD3D709CDEBF}"/>
              </a:ext>
            </a:extLst>
          </p:cNvPr>
          <p:cNvSpPr>
            <a:spLocks xmlns:a="http://schemas.openxmlformats.org/drawingml/2006/main" noGrp="1"/>
          </p:cNvSpPr>
          <p:nvPr/>
        </p:nvSpPr>
        <p:spPr>
          <a:xfrm xmlns:a="http://schemas.openxmlformats.org/drawingml/2006/main">
            <a:off x="9601200" y="2809875"/>
            <a:ext cx="1981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2F6F8"/>
                </a:solidFill>
                <a:latin typeface="Segoe UI"/>
                <a:ea typeface="Segoe UI"/>
                <a:cs typeface="Segoe UI"/>
              </a:defRPr>
            </a:defPPr>
            <a:lvl1pPr algn="l">
              <a:defRPr sz="2175" b="1">
                <a:solidFill>
                  <a:srgbClr val="F2F6F8"/>
                </a:solidFill>
                <a:latin typeface="Segoe UI"/>
                <a:ea typeface="Segoe UI"/>
                <a:cs typeface="Segoe UI"/>
              </a:defRPr>
            </a:lvl1pPr>
            <a:lvl2pPr algn="l">
              <a:defRPr sz="2175" b="1">
                <a:solidFill>
                  <a:srgbClr val="F2F6F8"/>
                </a:solidFill>
                <a:latin typeface="Segoe UI"/>
                <a:ea typeface="Segoe UI"/>
                <a:cs typeface="Segoe UI"/>
              </a:defRPr>
            </a:lvl2pPr>
            <a:lvl3pPr algn="l">
              <a:defRPr sz="2175" b="1">
                <a:solidFill>
                  <a:srgbClr val="F2F6F8"/>
                </a:solidFill>
                <a:latin typeface="Segoe UI"/>
                <a:ea typeface="Segoe UI"/>
                <a:cs typeface="Segoe UI"/>
              </a:defRPr>
            </a:lvl3pPr>
            <a:lvl4pPr algn="l">
              <a:defRPr sz="2175" b="1">
                <a:solidFill>
                  <a:srgbClr val="F2F6F8"/>
                </a:solidFill>
                <a:latin typeface="Segoe UI"/>
                <a:ea typeface="Segoe UI"/>
                <a:cs typeface="Segoe UI"/>
              </a:defRPr>
            </a:lvl4pPr>
            <a:lvl5pPr algn="l">
              <a:defRPr sz="2175" b="1">
                <a:solidFill>
                  <a:srgbClr val="F2F6F8"/>
                </a:solidFill>
                <a:latin typeface="Segoe UI"/>
                <a:ea typeface="Segoe UI"/>
                <a:cs typeface="Segoe UI"/>
              </a:defRPr>
            </a:lvl5pPr>
            <a:lvl6pPr algn="l">
              <a:defRPr sz="2175" b="1">
                <a:solidFill>
                  <a:srgbClr val="F2F6F8"/>
                </a:solidFill>
                <a:latin typeface="Segoe UI"/>
                <a:ea typeface="Segoe UI"/>
                <a:cs typeface="Segoe UI"/>
              </a:defRPr>
            </a:lvl6pPr>
            <a:lvl7pPr algn="l">
              <a:defRPr sz="2175" b="1">
                <a:solidFill>
                  <a:srgbClr val="F2F6F8"/>
                </a:solidFill>
                <a:latin typeface="Segoe UI"/>
                <a:ea typeface="Segoe UI"/>
                <a:cs typeface="Segoe UI"/>
              </a:defRPr>
            </a:lvl7pPr>
            <a:lvl8pPr algn="l">
              <a:defRPr sz="2175" b="1">
                <a:solidFill>
                  <a:srgbClr val="F2F6F8"/>
                </a:solidFill>
                <a:latin typeface="Segoe UI"/>
                <a:ea typeface="Segoe UI"/>
                <a:cs typeface="Segoe UI"/>
              </a:defRPr>
            </a:lvl8pPr>
            <a:lvl9pPr algn="l">
              <a:defRPr sz="2175" b="1">
                <a:solidFill>
                  <a:srgbClr val="F2F6F8"/>
                </a:solidFill>
                <a:latin typeface="Segoe UI"/>
                <a:ea typeface="Segoe UI"/>
                <a:cs typeface="Segoe UI"/>
              </a:defRPr>
            </a:lvl9pPr>
          </a:lstStyle>
          <a:p xmlns:a="http://schemas.openxmlformats.org/drawingml/2006/main">
            <a:pPr algn="l">
              <a:defRPr sz="2175" b="1">
                <a:solidFill>
                  <a:srgbClr val="F2F6F8"/>
                </a:solidFill>
                <a:latin typeface="Segoe UI"/>
                <a:ea typeface="Segoe UI"/>
                <a:cs typeface="Segoe UI"/>
              </a:defRPr>
            </a:pPr>
            <a:r>
              <a:rPr sz="2175" b="1">
                <a:solidFill>
                  <a:srgbClr val="F2F6F8"/>
                </a:solidFill>
                <a:latin typeface="Segoe UI"/>
                <a:ea typeface="Segoe UI"/>
                <a:cs typeface="Segoe UI"/>
              </a:rPr>
              <a:t>Result</a:t>
            </a:r>
          </a:p>
        </p:txBody>
      </p:sp>
      <p:sp>
        <p:nvSpPr>
          <p:cNvPr id="28" name="shape-85">
            <a:extLst xmlns:a="http://schemas.openxmlformats.org/drawingml/2006/main">
              <a:ext uri="{FF2B5EF4-FFF2-40B4-BE49-F238E27FC236}">
                <a16:creationId xmlns:a16="http://schemas.microsoft.com/office/drawing/2014/main" id="{60980E33-ABCB-4FFE-BCA1-48E55EACBF6C}"/>
              </a:ext>
            </a:extLst>
          </p:cNvPr>
          <p:cNvSpPr>
            <a:spLocks xmlns:a="http://schemas.openxmlformats.org/drawingml/2006/main" noGrp="1"/>
          </p:cNvSpPr>
          <p:nvPr/>
        </p:nvSpPr>
        <p:spPr>
          <a:xfrm xmlns:a="http://schemas.openxmlformats.org/drawingml/2006/main">
            <a:off x="9601200" y="3676650"/>
            <a:ext cx="1981200" cy="2857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29" name="text-86">
            <a:extLst xmlns:a="http://schemas.openxmlformats.org/drawingml/2006/main">
              <a:ext uri="{FF2B5EF4-FFF2-40B4-BE49-F238E27FC236}">
                <a16:creationId xmlns:a16="http://schemas.microsoft.com/office/drawing/2014/main" id="{10882B9E-AAC1-44FE-BEDD-4A144BE18027}"/>
              </a:ext>
            </a:extLst>
          </p:cNvPr>
          <p:cNvSpPr>
            <a:spLocks xmlns:a="http://schemas.openxmlformats.org/drawingml/2006/main" noGrp="1"/>
          </p:cNvSpPr>
          <p:nvPr/>
        </p:nvSpPr>
        <p:spPr>
          <a:xfrm xmlns:a="http://schemas.openxmlformats.org/drawingml/2006/main">
            <a:off x="9601200" y="3943350"/>
            <a:ext cx="1981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ready-for-review</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Verification: PASS</a:t>
            </a:r>
          </a:p>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No findings</a:t>
            </a:r>
          </a:p>
        </p:txBody>
      </p:sp>
      <p:sp>
        <p:nvSpPr>
          <p:cNvPr id="30" name="text-87">
            <a:extLst xmlns:a="http://schemas.openxmlformats.org/drawingml/2006/main">
              <a:ext uri="{FF2B5EF4-FFF2-40B4-BE49-F238E27FC236}">
                <a16:creationId xmlns:a16="http://schemas.microsoft.com/office/drawing/2014/main" id="{6C1CB22A-DE8E-4BE0-BBED-89EDAEFC8E5A}"/>
              </a:ext>
            </a:extLst>
          </p:cNvPr>
          <p:cNvSpPr>
            <a:spLocks xmlns:a="http://schemas.openxmlformats.org/drawingml/2006/main" noGrp="1"/>
          </p:cNvSpPr>
          <p:nvPr/>
        </p:nvSpPr>
        <p:spPr>
          <a:xfrm xmlns:a="http://schemas.openxmlformats.org/drawingml/2006/main">
            <a:off x="609600" y="5372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6DE0CE"/>
                </a:solidFill>
                <a:latin typeface="Segoe UI"/>
                <a:ea typeface="Segoe UI"/>
                <a:cs typeface="Segoe UI"/>
              </a:defRPr>
            </a:defPPr>
            <a:lvl1pPr algn="l">
              <a:defRPr sz="2100" b="1">
                <a:solidFill>
                  <a:srgbClr val="6DE0CE"/>
                </a:solidFill>
                <a:latin typeface="Segoe UI"/>
                <a:ea typeface="Segoe UI"/>
                <a:cs typeface="Segoe UI"/>
              </a:defRPr>
            </a:lvl1pPr>
            <a:lvl2pPr algn="l">
              <a:defRPr sz="2100" b="1">
                <a:solidFill>
                  <a:srgbClr val="6DE0CE"/>
                </a:solidFill>
                <a:latin typeface="Segoe UI"/>
                <a:ea typeface="Segoe UI"/>
                <a:cs typeface="Segoe UI"/>
              </a:defRPr>
            </a:lvl2pPr>
            <a:lvl3pPr algn="l">
              <a:defRPr sz="2100" b="1">
                <a:solidFill>
                  <a:srgbClr val="6DE0CE"/>
                </a:solidFill>
                <a:latin typeface="Segoe UI"/>
                <a:ea typeface="Segoe UI"/>
                <a:cs typeface="Segoe UI"/>
              </a:defRPr>
            </a:lvl3pPr>
            <a:lvl4pPr algn="l">
              <a:defRPr sz="2100" b="1">
                <a:solidFill>
                  <a:srgbClr val="6DE0CE"/>
                </a:solidFill>
                <a:latin typeface="Segoe UI"/>
                <a:ea typeface="Segoe UI"/>
                <a:cs typeface="Segoe UI"/>
              </a:defRPr>
            </a:lvl4pPr>
            <a:lvl5pPr algn="l">
              <a:defRPr sz="2100" b="1">
                <a:solidFill>
                  <a:srgbClr val="6DE0CE"/>
                </a:solidFill>
                <a:latin typeface="Segoe UI"/>
                <a:ea typeface="Segoe UI"/>
                <a:cs typeface="Segoe UI"/>
              </a:defRPr>
            </a:lvl5pPr>
            <a:lvl6pPr algn="l">
              <a:defRPr sz="2100" b="1">
                <a:solidFill>
                  <a:srgbClr val="6DE0CE"/>
                </a:solidFill>
                <a:latin typeface="Segoe UI"/>
                <a:ea typeface="Segoe UI"/>
                <a:cs typeface="Segoe UI"/>
              </a:defRPr>
            </a:lvl6pPr>
            <a:lvl7pPr algn="l">
              <a:defRPr sz="2100" b="1">
                <a:solidFill>
                  <a:srgbClr val="6DE0CE"/>
                </a:solidFill>
                <a:latin typeface="Segoe UI"/>
                <a:ea typeface="Segoe UI"/>
                <a:cs typeface="Segoe UI"/>
              </a:defRPr>
            </a:lvl7pPr>
            <a:lvl8pPr algn="l">
              <a:defRPr sz="2100" b="1">
                <a:solidFill>
                  <a:srgbClr val="6DE0CE"/>
                </a:solidFill>
                <a:latin typeface="Segoe UI"/>
                <a:ea typeface="Segoe UI"/>
                <a:cs typeface="Segoe UI"/>
              </a:defRPr>
            </a:lvl8pPr>
            <a:lvl9pPr algn="l">
              <a:defRPr sz="2100" b="1">
                <a:solidFill>
                  <a:srgbClr val="6DE0CE"/>
                </a:solidFill>
                <a:latin typeface="Segoe UI"/>
                <a:ea typeface="Segoe UI"/>
                <a:cs typeface="Segoe UI"/>
              </a:defRPr>
            </a:lvl9pPr>
          </a:lstStyle>
          <a:p xmlns:a="http://schemas.openxmlformats.org/drawingml/2006/main">
            <a:pPr algn="l">
              <a:defRPr sz="2100" b="1">
                <a:solidFill>
                  <a:srgbClr val="6DE0CE"/>
                </a:solidFill>
                <a:latin typeface="Segoe UI"/>
                <a:ea typeface="Segoe UI"/>
                <a:cs typeface="Segoe UI"/>
              </a:defRPr>
            </a:pPr>
            <a:r>
              <a:rPr sz="2100" b="1">
                <a:solidFill>
                  <a:srgbClr val="6DE0CE"/>
                </a:solidFill>
                <a:latin typeface="Segoe UI"/>
                <a:ea typeface="Segoe UI"/>
                <a:cs typeface="Segoe UI"/>
              </a:rPr>
              <a:t>Reproduce: python -m pytest tests/test_cli_integration.py -q</a:t>
            </a:r>
          </a:p>
        </p:txBody>
      </p:sp>
      <p:sp>
        <p:nvSpPr>
          <p:cNvPr id="31" name="text-88">
            <a:extLst xmlns:a="http://schemas.openxmlformats.org/drawingml/2006/main">
              <a:ext uri="{FF2B5EF4-FFF2-40B4-BE49-F238E27FC236}">
                <a16:creationId xmlns:a16="http://schemas.microsoft.com/office/drawing/2014/main" id="{B5B61A1E-BD47-4E26-B439-572F8A27F333}"/>
              </a:ext>
            </a:extLst>
          </p:cNvPr>
          <p:cNvSpPr>
            <a:spLocks xmlns:a="http://schemas.openxmlformats.org/drawingml/2006/main" noGrp="1"/>
          </p:cNvSpPr>
          <p:nvPr/>
        </p:nvSpPr>
        <p:spPr>
          <a:xfrm xmlns:a="http://schemas.openxmlformats.org/drawingml/2006/main">
            <a:off x="609600" y="59531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F1C27B"/>
                </a:solidFill>
                <a:latin typeface="Segoe UI"/>
                <a:ea typeface="Segoe UI"/>
                <a:cs typeface="Segoe UI"/>
              </a:defRPr>
            </a:defPPr>
            <a:lvl1pPr algn="l">
              <a:defRPr sz="1650" b="0">
                <a:solidFill>
                  <a:srgbClr val="F1C27B"/>
                </a:solidFill>
                <a:latin typeface="Segoe UI"/>
                <a:ea typeface="Segoe UI"/>
                <a:cs typeface="Segoe UI"/>
              </a:defRPr>
            </a:lvl1pPr>
            <a:lvl2pPr algn="l">
              <a:defRPr sz="1650" b="0">
                <a:solidFill>
                  <a:srgbClr val="F1C27B"/>
                </a:solidFill>
                <a:latin typeface="Segoe UI"/>
                <a:ea typeface="Segoe UI"/>
                <a:cs typeface="Segoe UI"/>
              </a:defRPr>
            </a:lvl2pPr>
            <a:lvl3pPr algn="l">
              <a:defRPr sz="1650" b="0">
                <a:solidFill>
                  <a:srgbClr val="F1C27B"/>
                </a:solidFill>
                <a:latin typeface="Segoe UI"/>
                <a:ea typeface="Segoe UI"/>
                <a:cs typeface="Segoe UI"/>
              </a:defRPr>
            </a:lvl3pPr>
            <a:lvl4pPr algn="l">
              <a:defRPr sz="1650" b="0">
                <a:solidFill>
                  <a:srgbClr val="F1C27B"/>
                </a:solidFill>
                <a:latin typeface="Segoe UI"/>
                <a:ea typeface="Segoe UI"/>
                <a:cs typeface="Segoe UI"/>
              </a:defRPr>
            </a:lvl4pPr>
            <a:lvl5pPr algn="l">
              <a:defRPr sz="1650" b="0">
                <a:solidFill>
                  <a:srgbClr val="F1C27B"/>
                </a:solidFill>
                <a:latin typeface="Segoe UI"/>
                <a:ea typeface="Segoe UI"/>
                <a:cs typeface="Segoe UI"/>
              </a:defRPr>
            </a:lvl5pPr>
            <a:lvl6pPr algn="l">
              <a:defRPr sz="1650" b="0">
                <a:solidFill>
                  <a:srgbClr val="F1C27B"/>
                </a:solidFill>
                <a:latin typeface="Segoe UI"/>
                <a:ea typeface="Segoe UI"/>
                <a:cs typeface="Segoe UI"/>
              </a:defRPr>
            </a:lvl6pPr>
            <a:lvl7pPr algn="l">
              <a:defRPr sz="1650" b="0">
                <a:solidFill>
                  <a:srgbClr val="F1C27B"/>
                </a:solidFill>
                <a:latin typeface="Segoe UI"/>
                <a:ea typeface="Segoe UI"/>
                <a:cs typeface="Segoe UI"/>
              </a:defRPr>
            </a:lvl7pPr>
            <a:lvl8pPr algn="l">
              <a:defRPr sz="1650" b="0">
                <a:solidFill>
                  <a:srgbClr val="F1C27B"/>
                </a:solidFill>
                <a:latin typeface="Segoe UI"/>
                <a:ea typeface="Segoe UI"/>
                <a:cs typeface="Segoe UI"/>
              </a:defRPr>
            </a:lvl8pPr>
            <a:lvl9pPr algn="l">
              <a:defRPr sz="1650" b="0">
                <a:solidFill>
                  <a:srgbClr val="F1C27B"/>
                </a:solidFill>
                <a:latin typeface="Segoe UI"/>
                <a:ea typeface="Segoe UI"/>
                <a:cs typeface="Segoe UI"/>
              </a:defRPr>
            </a:lvl9pPr>
          </a:lstStyle>
          <a:p xmlns:a="http://schemas.openxmlformats.org/drawingml/2006/main">
            <a:pPr algn="l">
              <a:defRPr sz="1650" b="0">
                <a:solidFill>
                  <a:srgbClr val="F1C27B"/>
                </a:solidFill>
                <a:latin typeface="Segoe UI"/>
                <a:ea typeface="Segoe UI"/>
                <a:cs typeface="Segoe UI"/>
              </a:defRPr>
            </a:pPr>
            <a:r>
              <a:rPr sz="1650" b="0">
                <a:solidFill>
                  <a:srgbClr val="F1C27B"/>
                </a:solidFill>
                <a:latin typeface="Segoe UI"/>
                <a:ea typeface="Segoe UI"/>
                <a:cs typeface="Segoe UI"/>
              </a:rPr>
              <a:t>Diagram summarizes assertions from the passing test. Ready for review is not acceptance.</a:t>
            </a:r>
          </a:p>
        </p:txBody>
      </p:sp>
    </p:spTree>
    <p:extLst>
      <p:ext uri="{BB962C8B-B14F-4D97-AF65-F5344CB8AC3E}">
        <p14:creationId xmlns:p14="http://schemas.microsoft.com/office/powerpoint/2010/main" val="110561484"/>
      </p:ext>
    </p:extLst>
  </p:cSld>
</p:sld>
</file>

<file path=ppt/slides/slide4.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26" name="text-89">
            <a:extLst xmlns:a="http://schemas.openxmlformats.org/drawingml/2006/main">
              <a:ext uri="{FF2B5EF4-FFF2-40B4-BE49-F238E27FC236}">
                <a16:creationId xmlns:a16="http://schemas.microsoft.com/office/drawing/2014/main" id="{E156A410-56AE-49AE-B34E-99C72D0E6C80}"/>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The first real problems</a:t>
            </a:r>
          </a:p>
        </p:txBody>
      </p:sp>
      <p:sp>
        <p:nvSpPr>
          <p:cNvPr id="2" name="shape-90">
            <a:extLst xmlns:a="http://schemas.openxmlformats.org/drawingml/2006/main">
              <a:ext uri="{FF2B5EF4-FFF2-40B4-BE49-F238E27FC236}">
                <a16:creationId xmlns:a16="http://schemas.microsoft.com/office/drawing/2014/main" id="{6FF91E89-7DE0-499F-A788-4C0CDD0C69AF}"/>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91">
            <a:extLst xmlns:a="http://schemas.openxmlformats.org/drawingml/2006/main">
              <a:ext uri="{FF2B5EF4-FFF2-40B4-BE49-F238E27FC236}">
                <a16:creationId xmlns:a16="http://schemas.microsoft.com/office/drawing/2014/main" id="{9A38DA71-EF78-4C0E-BE1E-04ABBA76CE12}"/>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92">
            <a:extLst xmlns:a="http://schemas.openxmlformats.org/drawingml/2006/main">
              <a:ext uri="{FF2B5EF4-FFF2-40B4-BE49-F238E27FC236}">
                <a16:creationId xmlns:a16="http://schemas.microsoft.com/office/drawing/2014/main" id="{9D354401-CB32-42DD-91E0-63163DE9C7EB}"/>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04 / 08</a:t>
            </a:r>
          </a:p>
        </p:txBody>
      </p:sp>
      <p:sp>
        <p:nvSpPr>
          <p:cNvPr id="5" name="text-93">
            <a:extLst xmlns:a="http://schemas.openxmlformats.org/drawingml/2006/main">
              <a:ext uri="{FF2B5EF4-FFF2-40B4-BE49-F238E27FC236}">
                <a16:creationId xmlns:a16="http://schemas.microsoft.com/office/drawing/2014/main" id="{678DF0C3-D1AD-4FEE-8EF2-C9E57603D0B3}"/>
              </a:ext>
            </a:extLst>
          </p:cNvPr>
          <p:cNvSpPr>
            <a:spLocks xmlns:a="http://schemas.openxmlformats.org/drawingml/2006/main" noGrp="1"/>
          </p:cNvSpPr>
          <p:nvPr/>
        </p:nvSpPr>
        <p:spPr>
          <a:xfrm xmlns:a="http://schemas.openxmlformats.org/drawingml/2006/main">
            <a:off x="609600" y="175260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E5A0AA"/>
                </a:solidFill>
                <a:latin typeface="Segoe UI"/>
                <a:ea typeface="Segoe UI"/>
                <a:cs typeface="Segoe UI"/>
              </a:defRPr>
            </a:defPPr>
            <a:lvl1pPr algn="l">
              <a:defRPr sz="1350" b="1">
                <a:solidFill>
                  <a:srgbClr val="E5A0AA"/>
                </a:solidFill>
                <a:latin typeface="Segoe UI"/>
                <a:ea typeface="Segoe UI"/>
                <a:cs typeface="Segoe UI"/>
              </a:defRPr>
            </a:lvl1pPr>
            <a:lvl2pPr algn="l">
              <a:defRPr sz="1350" b="1">
                <a:solidFill>
                  <a:srgbClr val="E5A0AA"/>
                </a:solidFill>
                <a:latin typeface="Segoe UI"/>
                <a:ea typeface="Segoe UI"/>
                <a:cs typeface="Segoe UI"/>
              </a:defRPr>
            </a:lvl2pPr>
            <a:lvl3pPr algn="l">
              <a:defRPr sz="1350" b="1">
                <a:solidFill>
                  <a:srgbClr val="E5A0AA"/>
                </a:solidFill>
                <a:latin typeface="Segoe UI"/>
                <a:ea typeface="Segoe UI"/>
                <a:cs typeface="Segoe UI"/>
              </a:defRPr>
            </a:lvl3pPr>
            <a:lvl4pPr algn="l">
              <a:defRPr sz="1350" b="1">
                <a:solidFill>
                  <a:srgbClr val="E5A0AA"/>
                </a:solidFill>
                <a:latin typeface="Segoe UI"/>
                <a:ea typeface="Segoe UI"/>
                <a:cs typeface="Segoe UI"/>
              </a:defRPr>
            </a:lvl4pPr>
            <a:lvl5pPr algn="l">
              <a:defRPr sz="1350" b="1">
                <a:solidFill>
                  <a:srgbClr val="E5A0AA"/>
                </a:solidFill>
                <a:latin typeface="Segoe UI"/>
                <a:ea typeface="Segoe UI"/>
                <a:cs typeface="Segoe UI"/>
              </a:defRPr>
            </a:lvl5pPr>
            <a:lvl6pPr algn="l">
              <a:defRPr sz="1350" b="1">
                <a:solidFill>
                  <a:srgbClr val="E5A0AA"/>
                </a:solidFill>
                <a:latin typeface="Segoe UI"/>
                <a:ea typeface="Segoe UI"/>
                <a:cs typeface="Segoe UI"/>
              </a:defRPr>
            </a:lvl6pPr>
            <a:lvl7pPr algn="l">
              <a:defRPr sz="1350" b="1">
                <a:solidFill>
                  <a:srgbClr val="E5A0AA"/>
                </a:solidFill>
                <a:latin typeface="Segoe UI"/>
                <a:ea typeface="Segoe UI"/>
                <a:cs typeface="Segoe UI"/>
              </a:defRPr>
            </a:lvl7pPr>
            <a:lvl8pPr algn="l">
              <a:defRPr sz="1350" b="1">
                <a:solidFill>
                  <a:srgbClr val="E5A0AA"/>
                </a:solidFill>
                <a:latin typeface="Segoe UI"/>
                <a:ea typeface="Segoe UI"/>
                <a:cs typeface="Segoe UI"/>
              </a:defRPr>
            </a:lvl8pPr>
            <a:lvl9pPr algn="l">
              <a:defRPr sz="1350" b="1">
                <a:solidFill>
                  <a:srgbClr val="E5A0AA"/>
                </a:solidFill>
                <a:latin typeface="Segoe UI"/>
                <a:ea typeface="Segoe UI"/>
                <a:cs typeface="Segoe UI"/>
              </a:defRPr>
            </a:lvl9pPr>
          </a:lstStyle>
          <a:p xmlns:a="http://schemas.openxmlformats.org/drawingml/2006/main">
            <a:pPr algn="l">
              <a:defRPr sz="1350" b="1">
                <a:solidFill>
                  <a:srgbClr val="E5A0AA"/>
                </a:solidFill>
                <a:latin typeface="Segoe UI"/>
                <a:ea typeface="Segoe UI"/>
                <a:cs typeface="Segoe UI"/>
              </a:defRPr>
            </a:pPr>
            <a:r>
              <a:rPr sz="1350" b="1">
                <a:solidFill>
                  <a:srgbClr val="E5A0AA"/>
                </a:solidFill>
                <a:latin typeface="Segoe UI"/>
                <a:ea typeface="Segoe UI"/>
                <a:cs typeface="Segoe UI"/>
              </a:rPr>
              <a:t>REPORTED INTEGRATION FAILURE · PR #1</a:t>
            </a:r>
          </a:p>
        </p:txBody>
      </p:sp>
      <p:sp>
        <p:nvSpPr>
          <p:cNvPr id="6" name="text-94">
            <a:extLst xmlns:a="http://schemas.openxmlformats.org/drawingml/2006/main">
              <a:ext uri="{FF2B5EF4-FFF2-40B4-BE49-F238E27FC236}">
                <a16:creationId xmlns:a16="http://schemas.microsoft.com/office/drawing/2014/main" id="{7CC490E9-1032-4AF4-91E0-D259547F05C8}"/>
              </a:ext>
            </a:extLst>
          </p:cNvPr>
          <p:cNvSpPr>
            <a:spLocks xmlns:a="http://schemas.openxmlformats.org/drawingml/2006/main" noGrp="1"/>
          </p:cNvSpPr>
          <p:nvPr/>
        </p:nvSpPr>
        <p:spPr>
          <a:xfrm xmlns:a="http://schemas.openxmlformats.org/drawingml/2006/main">
            <a:off x="609600" y="2152650"/>
            <a:ext cx="4933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F2F6F8"/>
                </a:solidFill>
                <a:latin typeface="Segoe UI"/>
                <a:ea typeface="Segoe UI"/>
                <a:cs typeface="Segoe UI"/>
              </a:defRPr>
            </a:defPPr>
            <a:lvl1pPr algn="l">
              <a:defRPr sz="2475" b="1">
                <a:solidFill>
                  <a:srgbClr val="F2F6F8"/>
                </a:solidFill>
                <a:latin typeface="Segoe UI"/>
                <a:ea typeface="Segoe UI"/>
                <a:cs typeface="Segoe UI"/>
              </a:defRPr>
            </a:lvl1pPr>
            <a:lvl2pPr algn="l">
              <a:defRPr sz="2475" b="1">
                <a:solidFill>
                  <a:srgbClr val="F2F6F8"/>
                </a:solidFill>
                <a:latin typeface="Segoe UI"/>
                <a:ea typeface="Segoe UI"/>
                <a:cs typeface="Segoe UI"/>
              </a:defRPr>
            </a:lvl2pPr>
            <a:lvl3pPr algn="l">
              <a:defRPr sz="2475" b="1">
                <a:solidFill>
                  <a:srgbClr val="F2F6F8"/>
                </a:solidFill>
                <a:latin typeface="Segoe UI"/>
                <a:ea typeface="Segoe UI"/>
                <a:cs typeface="Segoe UI"/>
              </a:defRPr>
            </a:lvl3pPr>
            <a:lvl4pPr algn="l">
              <a:defRPr sz="2475" b="1">
                <a:solidFill>
                  <a:srgbClr val="F2F6F8"/>
                </a:solidFill>
                <a:latin typeface="Segoe UI"/>
                <a:ea typeface="Segoe UI"/>
                <a:cs typeface="Segoe UI"/>
              </a:defRPr>
            </a:lvl4pPr>
            <a:lvl5pPr algn="l">
              <a:defRPr sz="2475" b="1">
                <a:solidFill>
                  <a:srgbClr val="F2F6F8"/>
                </a:solidFill>
                <a:latin typeface="Segoe UI"/>
                <a:ea typeface="Segoe UI"/>
                <a:cs typeface="Segoe UI"/>
              </a:defRPr>
            </a:lvl5pPr>
            <a:lvl6pPr algn="l">
              <a:defRPr sz="2475" b="1">
                <a:solidFill>
                  <a:srgbClr val="F2F6F8"/>
                </a:solidFill>
                <a:latin typeface="Segoe UI"/>
                <a:ea typeface="Segoe UI"/>
                <a:cs typeface="Segoe UI"/>
              </a:defRPr>
            </a:lvl6pPr>
            <a:lvl7pPr algn="l">
              <a:defRPr sz="2475" b="1">
                <a:solidFill>
                  <a:srgbClr val="F2F6F8"/>
                </a:solidFill>
                <a:latin typeface="Segoe UI"/>
                <a:ea typeface="Segoe UI"/>
                <a:cs typeface="Segoe UI"/>
              </a:defRPr>
            </a:lvl7pPr>
            <a:lvl8pPr algn="l">
              <a:defRPr sz="2475" b="1">
                <a:solidFill>
                  <a:srgbClr val="F2F6F8"/>
                </a:solidFill>
                <a:latin typeface="Segoe UI"/>
                <a:ea typeface="Segoe UI"/>
                <a:cs typeface="Segoe UI"/>
              </a:defRPr>
            </a:lvl8pPr>
            <a:lvl9pPr algn="l">
              <a:defRPr sz="2475" b="1">
                <a:solidFill>
                  <a:srgbClr val="F2F6F8"/>
                </a:solidFill>
                <a:latin typeface="Segoe UI"/>
                <a:ea typeface="Segoe UI"/>
                <a:cs typeface="Segoe UI"/>
              </a:defRPr>
            </a:lvl9pPr>
          </a:lstStyle>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The worker wrote its</a:t>
            </a:r>
          </a:p>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completion marker to a file</a:t>
            </a:r>
          </a:p>
        </p:txBody>
      </p:sp>
      <p:sp>
        <p:nvSpPr>
          <p:cNvPr id="7" name="text-95">
            <a:extLst xmlns:a="http://schemas.openxmlformats.org/drawingml/2006/main">
              <a:ext uri="{FF2B5EF4-FFF2-40B4-BE49-F238E27FC236}">
                <a16:creationId xmlns:a16="http://schemas.microsoft.com/office/drawing/2014/main" id="{72ED2A0B-84C2-4997-9459-9A33F2CEA5E1}"/>
              </a:ext>
            </a:extLst>
          </p:cNvPr>
          <p:cNvSpPr>
            <a:spLocks xmlns:a="http://schemas.openxmlformats.org/drawingml/2006/main" noGrp="1"/>
          </p:cNvSpPr>
          <p:nvPr/>
        </p:nvSpPr>
        <p:spPr>
          <a:xfrm xmlns:a="http://schemas.openxmlformats.org/drawingml/2006/main">
            <a:off x="609600" y="32861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BBC9D1"/>
                </a:solidFill>
                <a:latin typeface="Segoe UI"/>
                <a:ea typeface="Segoe UI"/>
                <a:cs typeface="Segoe UI"/>
              </a:defRPr>
            </a:defPPr>
            <a:lvl1pPr algn="l">
              <a:defRPr sz="1950" b="0">
                <a:solidFill>
                  <a:srgbClr val="BBC9D1"/>
                </a:solidFill>
                <a:latin typeface="Segoe UI"/>
                <a:ea typeface="Segoe UI"/>
                <a:cs typeface="Segoe UI"/>
              </a:defRPr>
            </a:lvl1pPr>
            <a:lvl2pPr algn="l">
              <a:defRPr sz="1950" b="0">
                <a:solidFill>
                  <a:srgbClr val="BBC9D1"/>
                </a:solidFill>
                <a:latin typeface="Segoe UI"/>
                <a:ea typeface="Segoe UI"/>
                <a:cs typeface="Segoe UI"/>
              </a:defRPr>
            </a:lvl2pPr>
            <a:lvl3pPr algn="l">
              <a:defRPr sz="1950" b="0">
                <a:solidFill>
                  <a:srgbClr val="BBC9D1"/>
                </a:solidFill>
                <a:latin typeface="Segoe UI"/>
                <a:ea typeface="Segoe UI"/>
                <a:cs typeface="Segoe UI"/>
              </a:defRPr>
            </a:lvl3pPr>
            <a:lvl4pPr algn="l">
              <a:defRPr sz="1950" b="0">
                <a:solidFill>
                  <a:srgbClr val="BBC9D1"/>
                </a:solidFill>
                <a:latin typeface="Segoe UI"/>
                <a:ea typeface="Segoe UI"/>
                <a:cs typeface="Segoe UI"/>
              </a:defRPr>
            </a:lvl4pPr>
            <a:lvl5pPr algn="l">
              <a:defRPr sz="1950" b="0">
                <a:solidFill>
                  <a:srgbClr val="BBC9D1"/>
                </a:solidFill>
                <a:latin typeface="Segoe UI"/>
                <a:ea typeface="Segoe UI"/>
                <a:cs typeface="Segoe UI"/>
              </a:defRPr>
            </a:lvl5pPr>
            <a:lvl6pPr algn="l">
              <a:defRPr sz="1950" b="0">
                <a:solidFill>
                  <a:srgbClr val="BBC9D1"/>
                </a:solidFill>
                <a:latin typeface="Segoe UI"/>
                <a:ea typeface="Segoe UI"/>
                <a:cs typeface="Segoe UI"/>
              </a:defRPr>
            </a:lvl6pPr>
            <a:lvl7pPr algn="l">
              <a:defRPr sz="1950" b="0">
                <a:solidFill>
                  <a:srgbClr val="BBC9D1"/>
                </a:solidFill>
                <a:latin typeface="Segoe UI"/>
                <a:ea typeface="Segoe UI"/>
                <a:cs typeface="Segoe UI"/>
              </a:defRPr>
            </a:lvl7pPr>
            <a:lvl8pPr algn="l">
              <a:defRPr sz="1950" b="0">
                <a:solidFill>
                  <a:srgbClr val="BBC9D1"/>
                </a:solidFill>
                <a:latin typeface="Segoe UI"/>
                <a:ea typeface="Segoe UI"/>
                <a:cs typeface="Segoe UI"/>
              </a:defRPr>
            </a:lvl8pPr>
            <a:lvl9pPr algn="l">
              <a:defRPr sz="1950" b="0">
                <a:solidFill>
                  <a:srgbClr val="BBC9D1"/>
                </a:solidFill>
                <a:latin typeface="Segoe UI"/>
                <a:ea typeface="Segoe UI"/>
                <a:cs typeface="Segoe UI"/>
              </a:defRPr>
            </a:lvl9pPr>
          </a:lstStyle>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Extra files violated scope.</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One cleanup loop exhausted the tool budget.</a:t>
            </a:r>
          </a:p>
        </p:txBody>
      </p:sp>
      <p:sp>
        <p:nvSpPr>
          <p:cNvPr id="8" name="shape-96">
            <a:extLst xmlns:a="http://schemas.openxmlformats.org/drawingml/2006/main">
              <a:ext uri="{FF2B5EF4-FFF2-40B4-BE49-F238E27FC236}">
                <a16:creationId xmlns:a16="http://schemas.microsoft.com/office/drawing/2014/main" id="{E248447B-C955-4E03-98CF-295855E8BB9E}"/>
              </a:ext>
            </a:extLst>
          </p:cNvPr>
          <p:cNvSpPr>
            <a:spLocks xmlns:a="http://schemas.openxmlformats.org/drawingml/2006/main" noGrp="1"/>
          </p:cNvSpPr>
          <p:nvPr/>
        </p:nvSpPr>
        <p:spPr>
          <a:xfrm xmlns:a="http://schemas.openxmlformats.org/drawingml/2006/main">
            <a:off x="609600" y="4524375"/>
            <a:ext cx="485775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9" name="text-97">
            <a:extLst xmlns:a="http://schemas.openxmlformats.org/drawingml/2006/main">
              <a:ext uri="{FF2B5EF4-FFF2-40B4-BE49-F238E27FC236}">
                <a16:creationId xmlns:a16="http://schemas.microsoft.com/office/drawing/2014/main" id="{A1682618-2C9E-471E-85AC-7A44D7684923}"/>
              </a:ext>
            </a:extLst>
          </p:cNvPr>
          <p:cNvSpPr>
            <a:spLocks xmlns:a="http://schemas.openxmlformats.org/drawingml/2006/main" noGrp="1"/>
          </p:cNvSpPr>
          <p:nvPr/>
        </p:nvSpPr>
        <p:spPr>
          <a:xfrm xmlns:a="http://schemas.openxmlformats.org/drawingml/2006/main">
            <a:off x="609600" y="47720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REQUIREMENT CHANGE</a:t>
            </a:r>
          </a:p>
        </p:txBody>
      </p:sp>
      <p:sp>
        <p:nvSpPr>
          <p:cNvPr id="10" name="text-98">
            <a:extLst xmlns:a="http://schemas.openxmlformats.org/drawingml/2006/main">
              <a:ext uri="{FF2B5EF4-FFF2-40B4-BE49-F238E27FC236}">
                <a16:creationId xmlns:a16="http://schemas.microsoft.com/office/drawing/2014/main" id="{A4F46306-F93A-4F79-BB8D-099A3B9A091A}"/>
              </a:ext>
            </a:extLst>
          </p:cNvPr>
          <p:cNvSpPr>
            <a:spLocks xmlns:a="http://schemas.openxmlformats.org/drawingml/2006/main" noGrp="1"/>
          </p:cNvSpPr>
          <p:nvPr/>
        </p:nvSpPr>
        <p:spPr>
          <a:xfrm xmlns:a="http://schemas.openxmlformats.org/drawingml/2006/main">
            <a:off x="609600" y="51530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F2F6F8"/>
                </a:solidFill>
                <a:latin typeface="Segoe UI"/>
                <a:ea typeface="Segoe UI"/>
                <a:cs typeface="Segoe UI"/>
              </a:defRPr>
            </a:defPPr>
            <a:lvl1pPr algn="l">
              <a:defRPr sz="2025" b="0">
                <a:solidFill>
                  <a:srgbClr val="F2F6F8"/>
                </a:solidFill>
                <a:latin typeface="Segoe UI"/>
                <a:ea typeface="Segoe UI"/>
                <a:cs typeface="Segoe UI"/>
              </a:defRPr>
            </a:lvl1pPr>
            <a:lvl2pPr algn="l">
              <a:defRPr sz="2025" b="0">
                <a:solidFill>
                  <a:srgbClr val="F2F6F8"/>
                </a:solidFill>
                <a:latin typeface="Segoe UI"/>
                <a:ea typeface="Segoe UI"/>
                <a:cs typeface="Segoe UI"/>
              </a:defRPr>
            </a:lvl2pPr>
            <a:lvl3pPr algn="l">
              <a:defRPr sz="2025" b="0">
                <a:solidFill>
                  <a:srgbClr val="F2F6F8"/>
                </a:solidFill>
                <a:latin typeface="Segoe UI"/>
                <a:ea typeface="Segoe UI"/>
                <a:cs typeface="Segoe UI"/>
              </a:defRPr>
            </a:lvl3pPr>
            <a:lvl4pPr algn="l">
              <a:defRPr sz="2025" b="0">
                <a:solidFill>
                  <a:srgbClr val="F2F6F8"/>
                </a:solidFill>
                <a:latin typeface="Segoe UI"/>
                <a:ea typeface="Segoe UI"/>
                <a:cs typeface="Segoe UI"/>
              </a:defRPr>
            </a:lvl4pPr>
            <a:lvl5pPr algn="l">
              <a:defRPr sz="2025" b="0">
                <a:solidFill>
                  <a:srgbClr val="F2F6F8"/>
                </a:solidFill>
                <a:latin typeface="Segoe UI"/>
                <a:ea typeface="Segoe UI"/>
                <a:cs typeface="Segoe UI"/>
              </a:defRPr>
            </a:lvl5pPr>
            <a:lvl6pPr algn="l">
              <a:defRPr sz="2025" b="0">
                <a:solidFill>
                  <a:srgbClr val="F2F6F8"/>
                </a:solidFill>
                <a:latin typeface="Segoe UI"/>
                <a:ea typeface="Segoe UI"/>
                <a:cs typeface="Segoe UI"/>
              </a:defRPr>
            </a:lvl6pPr>
            <a:lvl7pPr algn="l">
              <a:defRPr sz="2025" b="0">
                <a:solidFill>
                  <a:srgbClr val="F2F6F8"/>
                </a:solidFill>
                <a:latin typeface="Segoe UI"/>
                <a:ea typeface="Segoe UI"/>
                <a:cs typeface="Segoe UI"/>
              </a:defRPr>
            </a:lvl7pPr>
            <a:lvl8pPr algn="l">
              <a:defRPr sz="2025" b="0">
                <a:solidFill>
                  <a:srgbClr val="F2F6F8"/>
                </a:solidFill>
                <a:latin typeface="Segoe UI"/>
                <a:ea typeface="Segoe UI"/>
                <a:cs typeface="Segoe UI"/>
              </a:defRPr>
            </a:lvl8pPr>
            <a:lvl9pPr algn="l">
              <a:defRPr sz="2025" b="0">
                <a:solidFill>
                  <a:srgbClr val="F2F6F8"/>
                </a:solidFill>
                <a:latin typeface="Segoe UI"/>
                <a:ea typeface="Segoe UI"/>
                <a:cs typeface="Segoe UI"/>
              </a:defRPr>
            </a:lvl9pPr>
          </a:lstStyle>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Final response on stdout.</a:t>
            </a:r>
          </a:p>
          <a:p xmlns:a="http://schemas.openxmlformats.org/drawingml/2006/main">
            <a:pPr algn="l">
              <a:defRPr sz="2025" b="0">
                <a:solidFill>
                  <a:srgbClr val="F2F6F8"/>
                </a:solidFill>
                <a:latin typeface="Segoe UI"/>
                <a:ea typeface="Segoe UI"/>
                <a:cs typeface="Segoe UI"/>
              </a:defRPr>
            </a:pPr>
            <a:r>
              <a:rPr sz="2025" b="0">
                <a:solidFill>
                  <a:srgbClr val="F2F6F8"/>
                </a:solidFill>
                <a:latin typeface="Segoe UI"/>
                <a:ea typeface="Segoe UI"/>
                <a:cs typeface="Segoe UI"/>
              </a:rPr>
              <a:t>No completion files or tool emission.</a:t>
            </a:r>
          </a:p>
        </p:txBody>
      </p:sp>
      <p:sp>
        <p:nvSpPr>
          <p:cNvPr id="11" name="shape-99">
            <a:extLst xmlns:a="http://schemas.openxmlformats.org/drawingml/2006/main">
              <a:ext uri="{FF2B5EF4-FFF2-40B4-BE49-F238E27FC236}">
                <a16:creationId xmlns:a16="http://schemas.microsoft.com/office/drawing/2014/main" id="{A672AA71-FBBA-49AB-AC8A-92D43E5DED06}"/>
              </a:ext>
            </a:extLst>
          </p:cNvPr>
          <p:cNvSpPr>
            <a:spLocks xmlns:a="http://schemas.openxmlformats.org/drawingml/2006/main" noGrp="1"/>
          </p:cNvSpPr>
          <p:nvPr/>
        </p:nvSpPr>
        <p:spPr>
          <a:xfrm xmlns:a="http://schemas.openxmlformats.org/drawingml/2006/main">
            <a:off x="5876925" y="1743075"/>
            <a:ext cx="9525" cy="4267200"/>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12" name="text-100">
            <a:extLst xmlns:a="http://schemas.openxmlformats.org/drawingml/2006/main">
              <a:ext uri="{FF2B5EF4-FFF2-40B4-BE49-F238E27FC236}">
                <a16:creationId xmlns:a16="http://schemas.microsoft.com/office/drawing/2014/main" id="{CDBB2993-4E54-4417-9B33-72CFCB5BEF70}"/>
              </a:ext>
            </a:extLst>
          </p:cNvPr>
          <p:cNvSpPr>
            <a:spLocks xmlns:a="http://schemas.openxmlformats.org/drawingml/2006/main" noGrp="1"/>
          </p:cNvSpPr>
          <p:nvPr/>
        </p:nvSpPr>
        <p:spPr>
          <a:xfrm xmlns:a="http://schemas.openxmlformats.org/drawingml/2006/main">
            <a:off x="6305550" y="1752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E5A0AA"/>
                </a:solidFill>
                <a:latin typeface="Segoe UI"/>
                <a:ea typeface="Segoe UI"/>
                <a:cs typeface="Segoe UI"/>
              </a:defRPr>
            </a:defPPr>
            <a:lvl1pPr algn="l">
              <a:defRPr sz="1350" b="1">
                <a:solidFill>
                  <a:srgbClr val="E5A0AA"/>
                </a:solidFill>
                <a:latin typeface="Segoe UI"/>
                <a:ea typeface="Segoe UI"/>
                <a:cs typeface="Segoe UI"/>
              </a:defRPr>
            </a:lvl1pPr>
            <a:lvl2pPr algn="l">
              <a:defRPr sz="1350" b="1">
                <a:solidFill>
                  <a:srgbClr val="E5A0AA"/>
                </a:solidFill>
                <a:latin typeface="Segoe UI"/>
                <a:ea typeface="Segoe UI"/>
                <a:cs typeface="Segoe UI"/>
              </a:defRPr>
            </a:lvl2pPr>
            <a:lvl3pPr algn="l">
              <a:defRPr sz="1350" b="1">
                <a:solidFill>
                  <a:srgbClr val="E5A0AA"/>
                </a:solidFill>
                <a:latin typeface="Segoe UI"/>
                <a:ea typeface="Segoe UI"/>
                <a:cs typeface="Segoe UI"/>
              </a:defRPr>
            </a:lvl3pPr>
            <a:lvl4pPr algn="l">
              <a:defRPr sz="1350" b="1">
                <a:solidFill>
                  <a:srgbClr val="E5A0AA"/>
                </a:solidFill>
                <a:latin typeface="Segoe UI"/>
                <a:ea typeface="Segoe UI"/>
                <a:cs typeface="Segoe UI"/>
              </a:defRPr>
            </a:lvl4pPr>
            <a:lvl5pPr algn="l">
              <a:defRPr sz="1350" b="1">
                <a:solidFill>
                  <a:srgbClr val="E5A0AA"/>
                </a:solidFill>
                <a:latin typeface="Segoe UI"/>
                <a:ea typeface="Segoe UI"/>
                <a:cs typeface="Segoe UI"/>
              </a:defRPr>
            </a:lvl5pPr>
            <a:lvl6pPr algn="l">
              <a:defRPr sz="1350" b="1">
                <a:solidFill>
                  <a:srgbClr val="E5A0AA"/>
                </a:solidFill>
                <a:latin typeface="Segoe UI"/>
                <a:ea typeface="Segoe UI"/>
                <a:cs typeface="Segoe UI"/>
              </a:defRPr>
            </a:lvl6pPr>
            <a:lvl7pPr algn="l">
              <a:defRPr sz="1350" b="1">
                <a:solidFill>
                  <a:srgbClr val="E5A0AA"/>
                </a:solidFill>
                <a:latin typeface="Segoe UI"/>
                <a:ea typeface="Segoe UI"/>
                <a:cs typeface="Segoe UI"/>
              </a:defRPr>
            </a:lvl7pPr>
            <a:lvl8pPr algn="l">
              <a:defRPr sz="1350" b="1">
                <a:solidFill>
                  <a:srgbClr val="E5A0AA"/>
                </a:solidFill>
                <a:latin typeface="Segoe UI"/>
                <a:ea typeface="Segoe UI"/>
                <a:cs typeface="Segoe UI"/>
              </a:defRPr>
            </a:lvl8pPr>
            <a:lvl9pPr algn="l">
              <a:defRPr sz="1350" b="1">
                <a:solidFill>
                  <a:srgbClr val="E5A0AA"/>
                </a:solidFill>
                <a:latin typeface="Segoe UI"/>
                <a:ea typeface="Segoe UI"/>
                <a:cs typeface="Segoe UI"/>
              </a:defRPr>
            </a:lvl9pPr>
          </a:lstStyle>
          <a:p xmlns:a="http://schemas.openxmlformats.org/drawingml/2006/main">
            <a:pPr algn="l">
              <a:defRPr sz="1350" b="1">
                <a:solidFill>
                  <a:srgbClr val="E5A0AA"/>
                </a:solidFill>
                <a:latin typeface="Segoe UI"/>
                <a:ea typeface="Segoe UI"/>
                <a:cs typeface="Segoe UI"/>
              </a:defRPr>
            </a:pPr>
            <a:r>
              <a:rPr sz="1350" b="1">
                <a:solidFill>
                  <a:srgbClr val="E5A0AA"/>
                </a:solidFill>
                <a:latin typeface="Segoe UI"/>
                <a:ea typeface="Segoe UI"/>
                <a:cs typeface="Segoe UI"/>
              </a:rPr>
              <a:t>REPRODUCED EVIDENCE DEFECT · PR #4</a:t>
            </a:r>
          </a:p>
        </p:txBody>
      </p:sp>
      <p:sp>
        <p:nvSpPr>
          <p:cNvPr id="13" name="text-101">
            <a:extLst xmlns:a="http://schemas.openxmlformats.org/drawingml/2006/main">
              <a:ext uri="{FF2B5EF4-FFF2-40B4-BE49-F238E27FC236}">
                <a16:creationId xmlns:a16="http://schemas.microsoft.com/office/drawing/2014/main" id="{FA41D8AD-3AF5-4267-848C-C14FF5C17FA3}"/>
              </a:ext>
            </a:extLst>
          </p:cNvPr>
          <p:cNvSpPr>
            <a:spLocks xmlns:a="http://schemas.openxmlformats.org/drawingml/2006/main" noGrp="1"/>
          </p:cNvSpPr>
          <p:nvPr/>
        </p:nvSpPr>
        <p:spPr>
          <a:xfrm xmlns:a="http://schemas.openxmlformats.org/drawingml/2006/main">
            <a:off x="6305550" y="2152650"/>
            <a:ext cx="5238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F2F6F8"/>
                </a:solidFill>
                <a:latin typeface="Segoe UI"/>
                <a:ea typeface="Segoe UI"/>
                <a:cs typeface="Segoe UI"/>
              </a:defRPr>
            </a:defPPr>
            <a:lvl1pPr algn="l">
              <a:defRPr sz="2475" b="1">
                <a:solidFill>
                  <a:srgbClr val="F2F6F8"/>
                </a:solidFill>
                <a:latin typeface="Segoe UI"/>
                <a:ea typeface="Segoe UI"/>
                <a:cs typeface="Segoe UI"/>
              </a:defRPr>
            </a:lvl1pPr>
            <a:lvl2pPr algn="l">
              <a:defRPr sz="2475" b="1">
                <a:solidFill>
                  <a:srgbClr val="F2F6F8"/>
                </a:solidFill>
                <a:latin typeface="Segoe UI"/>
                <a:ea typeface="Segoe UI"/>
                <a:cs typeface="Segoe UI"/>
              </a:defRPr>
            </a:lvl2pPr>
            <a:lvl3pPr algn="l">
              <a:defRPr sz="2475" b="1">
                <a:solidFill>
                  <a:srgbClr val="F2F6F8"/>
                </a:solidFill>
                <a:latin typeface="Segoe UI"/>
                <a:ea typeface="Segoe UI"/>
                <a:cs typeface="Segoe UI"/>
              </a:defRPr>
            </a:lvl3pPr>
            <a:lvl4pPr algn="l">
              <a:defRPr sz="2475" b="1">
                <a:solidFill>
                  <a:srgbClr val="F2F6F8"/>
                </a:solidFill>
                <a:latin typeface="Segoe UI"/>
                <a:ea typeface="Segoe UI"/>
                <a:cs typeface="Segoe UI"/>
              </a:defRPr>
            </a:lvl4pPr>
            <a:lvl5pPr algn="l">
              <a:defRPr sz="2475" b="1">
                <a:solidFill>
                  <a:srgbClr val="F2F6F8"/>
                </a:solidFill>
                <a:latin typeface="Segoe UI"/>
                <a:ea typeface="Segoe UI"/>
                <a:cs typeface="Segoe UI"/>
              </a:defRPr>
            </a:lvl5pPr>
            <a:lvl6pPr algn="l">
              <a:defRPr sz="2475" b="1">
                <a:solidFill>
                  <a:srgbClr val="F2F6F8"/>
                </a:solidFill>
                <a:latin typeface="Segoe UI"/>
                <a:ea typeface="Segoe UI"/>
                <a:cs typeface="Segoe UI"/>
              </a:defRPr>
            </a:lvl6pPr>
            <a:lvl7pPr algn="l">
              <a:defRPr sz="2475" b="1">
                <a:solidFill>
                  <a:srgbClr val="F2F6F8"/>
                </a:solidFill>
                <a:latin typeface="Segoe UI"/>
                <a:ea typeface="Segoe UI"/>
                <a:cs typeface="Segoe UI"/>
              </a:defRPr>
            </a:lvl7pPr>
            <a:lvl8pPr algn="l">
              <a:defRPr sz="2475" b="1">
                <a:solidFill>
                  <a:srgbClr val="F2F6F8"/>
                </a:solidFill>
                <a:latin typeface="Segoe UI"/>
                <a:ea typeface="Segoe UI"/>
                <a:cs typeface="Segoe UI"/>
              </a:defRPr>
            </a:lvl8pPr>
            <a:lvl9pPr algn="l">
              <a:defRPr sz="2475" b="1">
                <a:solidFill>
                  <a:srgbClr val="F2F6F8"/>
                </a:solidFill>
                <a:latin typeface="Segoe UI"/>
                <a:ea typeface="Segoe UI"/>
                <a:cs typeface="Segoe UI"/>
              </a:defRPr>
            </a:lvl9pPr>
          </a:lstStyle>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A rename hid a forbidden deletion</a:t>
            </a:r>
          </a:p>
        </p:txBody>
      </p:sp>
      <p:sp>
        <p:nvSpPr>
          <p:cNvPr id="14" name="shape-102">
            <a:extLst xmlns:a="http://schemas.openxmlformats.org/drawingml/2006/main">
              <a:ext uri="{FF2B5EF4-FFF2-40B4-BE49-F238E27FC236}">
                <a16:creationId xmlns:a16="http://schemas.microsoft.com/office/drawing/2014/main" id="{9342CB4F-BD47-45F4-BE5E-C864DA9EFB9A}"/>
              </a:ext>
            </a:extLst>
          </p:cNvPr>
          <p:cNvSpPr>
            <a:spLocks xmlns:a="http://schemas.openxmlformats.org/drawingml/2006/main" noGrp="1"/>
          </p:cNvSpPr>
          <p:nvPr/>
        </p:nvSpPr>
        <p:spPr>
          <a:xfrm xmlns:a="http://schemas.openxmlformats.org/drawingml/2006/main">
            <a:off x="6305550" y="3238500"/>
            <a:ext cx="2286000" cy="1000125"/>
          </a:xfrm>
          <a:prstGeom xmlns:a="http://schemas.openxmlformats.org/drawingml/2006/main" prst="rect">
            <a:avLst/>
          </a:prstGeom>
          <a:solidFill xmlns:a="http://schemas.openxmlformats.org/drawingml/2006/main">
            <a:srgbClr val="1A252D"/>
          </a:solidFill>
          <a:ln xmlns:a="http://schemas.openxmlformats.org/drawingml/2006/main" w="0">
            <a:noFill/>
            <a:prstDash val="solid"/>
          </a:ln>
        </p:spPr>
      </p:sp>
      <p:sp>
        <p:nvSpPr>
          <p:cNvPr id="15" name="shape-103">
            <a:extLst xmlns:a="http://schemas.openxmlformats.org/drawingml/2006/main">
              <a:ext uri="{FF2B5EF4-FFF2-40B4-BE49-F238E27FC236}">
                <a16:creationId xmlns:a16="http://schemas.microsoft.com/office/drawing/2014/main" id="{BAB00009-0DE5-4F83-A544-5EDCB7E96E3D}"/>
              </a:ext>
            </a:extLst>
          </p:cNvPr>
          <p:cNvSpPr>
            <a:spLocks xmlns:a="http://schemas.openxmlformats.org/drawingml/2006/main" noGrp="1"/>
          </p:cNvSpPr>
          <p:nvPr/>
        </p:nvSpPr>
        <p:spPr>
          <a:xfrm xmlns:a="http://schemas.openxmlformats.org/drawingml/2006/main">
            <a:off x="6305550" y="3238500"/>
            <a:ext cx="38100" cy="1000125"/>
          </a:xfrm>
          <a:prstGeom xmlns:a="http://schemas.openxmlformats.org/drawingml/2006/main" prst="rect">
            <a:avLst/>
          </a:prstGeom>
          <a:solidFill xmlns:a="http://schemas.openxmlformats.org/drawingml/2006/main">
            <a:srgbClr val="E5A0AA"/>
          </a:solidFill>
          <a:ln xmlns:a="http://schemas.openxmlformats.org/drawingml/2006/main" w="0">
            <a:noFill/>
            <a:prstDash val="solid"/>
          </a:ln>
        </p:spPr>
      </p:sp>
      <p:sp>
        <p:nvSpPr>
          <p:cNvPr id="16" name="text-104">
            <a:extLst xmlns:a="http://schemas.openxmlformats.org/drawingml/2006/main">
              <a:ext uri="{FF2B5EF4-FFF2-40B4-BE49-F238E27FC236}">
                <a16:creationId xmlns:a16="http://schemas.microsoft.com/office/drawing/2014/main" id="{66876B5D-A14F-40D4-AB2B-95B03C24EDAC}"/>
              </a:ext>
            </a:extLst>
          </p:cNvPr>
          <p:cNvSpPr>
            <a:spLocks xmlns:a="http://schemas.openxmlformats.org/drawingml/2006/main" noGrp="1"/>
          </p:cNvSpPr>
          <p:nvPr/>
        </p:nvSpPr>
        <p:spPr>
          <a:xfrm xmlns:a="http://schemas.openxmlformats.org/drawingml/2006/main">
            <a:off x="6477000" y="33528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E5A0AA"/>
                </a:solidFill>
                <a:latin typeface="Segoe UI"/>
                <a:ea typeface="Segoe UI"/>
                <a:cs typeface="Segoe UI"/>
              </a:defRPr>
            </a:defPPr>
            <a:lvl1pPr algn="l">
              <a:defRPr sz="1875" b="1">
                <a:solidFill>
                  <a:srgbClr val="E5A0AA"/>
                </a:solidFill>
                <a:latin typeface="Segoe UI"/>
                <a:ea typeface="Segoe UI"/>
                <a:cs typeface="Segoe UI"/>
              </a:defRPr>
            </a:lvl1pPr>
            <a:lvl2pPr algn="l">
              <a:defRPr sz="1875" b="1">
                <a:solidFill>
                  <a:srgbClr val="E5A0AA"/>
                </a:solidFill>
                <a:latin typeface="Segoe UI"/>
                <a:ea typeface="Segoe UI"/>
                <a:cs typeface="Segoe UI"/>
              </a:defRPr>
            </a:lvl2pPr>
            <a:lvl3pPr algn="l">
              <a:defRPr sz="1875" b="1">
                <a:solidFill>
                  <a:srgbClr val="E5A0AA"/>
                </a:solidFill>
                <a:latin typeface="Segoe UI"/>
                <a:ea typeface="Segoe UI"/>
                <a:cs typeface="Segoe UI"/>
              </a:defRPr>
            </a:lvl3pPr>
            <a:lvl4pPr algn="l">
              <a:defRPr sz="1875" b="1">
                <a:solidFill>
                  <a:srgbClr val="E5A0AA"/>
                </a:solidFill>
                <a:latin typeface="Segoe UI"/>
                <a:ea typeface="Segoe UI"/>
                <a:cs typeface="Segoe UI"/>
              </a:defRPr>
            </a:lvl4pPr>
            <a:lvl5pPr algn="l">
              <a:defRPr sz="1875" b="1">
                <a:solidFill>
                  <a:srgbClr val="E5A0AA"/>
                </a:solidFill>
                <a:latin typeface="Segoe UI"/>
                <a:ea typeface="Segoe UI"/>
                <a:cs typeface="Segoe UI"/>
              </a:defRPr>
            </a:lvl5pPr>
            <a:lvl6pPr algn="l">
              <a:defRPr sz="1875" b="1">
                <a:solidFill>
                  <a:srgbClr val="E5A0AA"/>
                </a:solidFill>
                <a:latin typeface="Segoe UI"/>
                <a:ea typeface="Segoe UI"/>
                <a:cs typeface="Segoe UI"/>
              </a:defRPr>
            </a:lvl6pPr>
            <a:lvl7pPr algn="l">
              <a:defRPr sz="1875" b="1">
                <a:solidFill>
                  <a:srgbClr val="E5A0AA"/>
                </a:solidFill>
                <a:latin typeface="Segoe UI"/>
                <a:ea typeface="Segoe UI"/>
                <a:cs typeface="Segoe UI"/>
              </a:defRPr>
            </a:lvl7pPr>
            <a:lvl8pPr algn="l">
              <a:defRPr sz="1875" b="1">
                <a:solidFill>
                  <a:srgbClr val="E5A0AA"/>
                </a:solidFill>
                <a:latin typeface="Segoe UI"/>
                <a:ea typeface="Segoe UI"/>
                <a:cs typeface="Segoe UI"/>
              </a:defRPr>
            </a:lvl8pPr>
            <a:lvl9pPr algn="l">
              <a:defRPr sz="1875" b="1">
                <a:solidFill>
                  <a:srgbClr val="E5A0AA"/>
                </a:solidFill>
                <a:latin typeface="Segoe UI"/>
                <a:ea typeface="Segoe UI"/>
                <a:cs typeface="Segoe UI"/>
              </a:defRPr>
            </a:lvl9pPr>
          </a:lstStyle>
          <a:p xmlns:a="http://schemas.openxmlformats.org/drawingml/2006/main">
            <a:pPr algn="l">
              <a:defRPr sz="1875" b="1">
                <a:solidFill>
                  <a:srgbClr val="E5A0AA"/>
                </a:solidFill>
                <a:latin typeface="Segoe UI"/>
                <a:ea typeface="Segoe UI"/>
                <a:cs typeface="Segoe UI"/>
              </a:defRPr>
            </a:pPr>
            <a:r>
              <a:rPr sz="1875" b="1">
                <a:solidFill>
                  <a:srgbClr val="E5A0AA"/>
                </a:solidFill>
                <a:latin typeface="Segoe UI"/>
                <a:ea typeface="Segoe UI"/>
                <a:cs typeface="Segoe UI"/>
              </a:rPr>
              <a:t>existing.txt</a:t>
            </a:r>
          </a:p>
        </p:txBody>
      </p:sp>
      <p:sp>
        <p:nvSpPr>
          <p:cNvPr id="17" name="text-105">
            <a:extLst xmlns:a="http://schemas.openxmlformats.org/drawingml/2006/main">
              <a:ext uri="{FF2B5EF4-FFF2-40B4-BE49-F238E27FC236}">
                <a16:creationId xmlns:a16="http://schemas.microsoft.com/office/drawing/2014/main" id="{49118673-85F3-4993-BC94-7131F43FEDE8}"/>
              </a:ext>
            </a:extLst>
          </p:cNvPr>
          <p:cNvSpPr>
            <a:spLocks xmlns:a="http://schemas.openxmlformats.org/drawingml/2006/main" noGrp="1"/>
          </p:cNvSpPr>
          <p:nvPr/>
        </p:nvSpPr>
        <p:spPr>
          <a:xfrm xmlns:a="http://schemas.openxmlformats.org/drawingml/2006/main">
            <a:off x="6477000" y="373380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Outside allowed scope</a:t>
            </a:r>
          </a:p>
        </p:txBody>
      </p:sp>
      <p:sp>
        <p:nvSpPr>
          <p:cNvPr id="18" name="">
            <a:extLst xmlns:a="http://schemas.openxmlformats.org/drawingml/2006/main">
              <a:ext uri="{FF2B5EF4-FFF2-40B4-BE49-F238E27FC236}">
                <a16:creationId xmlns:a16="http://schemas.microsoft.com/office/drawing/2014/main" id="{922280A1-EE87-4D07-8A07-707C66C298D9}"/>
              </a:ext>
            </a:extLst>
          </p:cNvPr>
          <p:cNvSpPr>
            <a:spLocks xmlns:a="http://schemas.openxmlformats.org/drawingml/2006/main" noGrp="1"/>
          </p:cNvSpPr>
          <p:nvPr/>
        </p:nvSpPr>
        <p:spPr>
          <a:xfrm xmlns:a="http://schemas.openxmlformats.org/drawingml/2006/main">
            <a:off x="8743950" y="3648075"/>
            <a:ext cx="285750" cy="133350"/>
          </a:xfrm>
          <a:prstGeom xmlns:a="http://schemas.openxmlformats.org/drawingml/2006/main" prst="rightArrow">
            <a:avLst/>
          </a:prstGeom>
          <a:solidFill xmlns:a="http://schemas.openxmlformats.org/drawingml/2006/main">
            <a:srgbClr val="BBC9D1"/>
          </a:solidFill>
          <a:ln xmlns:a="http://schemas.openxmlformats.org/drawingml/2006/main" w="0">
            <a:noFill/>
          </a:ln>
        </p:spPr>
      </p:sp>
      <p:sp>
        <p:nvSpPr>
          <p:cNvPr id="19" name="shape-106">
            <a:extLst xmlns:a="http://schemas.openxmlformats.org/drawingml/2006/main">
              <a:ext uri="{FF2B5EF4-FFF2-40B4-BE49-F238E27FC236}">
                <a16:creationId xmlns:a16="http://schemas.microsoft.com/office/drawing/2014/main" id="{D9FEF727-D783-4624-9CA4-711D1536174F}"/>
              </a:ext>
            </a:extLst>
          </p:cNvPr>
          <p:cNvSpPr>
            <a:spLocks xmlns:a="http://schemas.openxmlformats.org/drawingml/2006/main" noGrp="1"/>
          </p:cNvSpPr>
          <p:nvPr/>
        </p:nvSpPr>
        <p:spPr>
          <a:xfrm xmlns:a="http://schemas.openxmlformats.org/drawingml/2006/main">
            <a:off x="9182100" y="3238500"/>
            <a:ext cx="2400300" cy="1000125"/>
          </a:xfrm>
          <a:prstGeom xmlns:a="http://schemas.openxmlformats.org/drawingml/2006/main" prst="rect">
            <a:avLst/>
          </a:prstGeom>
          <a:solidFill xmlns:a="http://schemas.openxmlformats.org/drawingml/2006/main">
            <a:srgbClr val="1A252D"/>
          </a:solidFill>
          <a:ln xmlns:a="http://schemas.openxmlformats.org/drawingml/2006/main" w="0">
            <a:noFill/>
            <a:prstDash val="solid"/>
          </a:ln>
        </p:spPr>
      </p:sp>
      <p:sp>
        <p:nvSpPr>
          <p:cNvPr id="20" name="shape-107">
            <a:extLst xmlns:a="http://schemas.openxmlformats.org/drawingml/2006/main">
              <a:ext uri="{FF2B5EF4-FFF2-40B4-BE49-F238E27FC236}">
                <a16:creationId xmlns:a16="http://schemas.microsoft.com/office/drawing/2014/main" id="{C1C2C4CE-B990-4393-A284-7D7B481BE437}"/>
              </a:ext>
            </a:extLst>
          </p:cNvPr>
          <p:cNvSpPr>
            <a:spLocks xmlns:a="http://schemas.openxmlformats.org/drawingml/2006/main" noGrp="1"/>
          </p:cNvSpPr>
          <p:nvPr/>
        </p:nvSpPr>
        <p:spPr>
          <a:xfrm xmlns:a="http://schemas.openxmlformats.org/drawingml/2006/main">
            <a:off x="9182100" y="3238500"/>
            <a:ext cx="38100" cy="1000125"/>
          </a:xfrm>
          <a:prstGeom xmlns:a="http://schemas.openxmlformats.org/drawingml/2006/main" prst="rect">
            <a:avLst/>
          </a:prstGeom>
          <a:solidFill xmlns:a="http://schemas.openxmlformats.org/drawingml/2006/main">
            <a:srgbClr val="6DE0CE"/>
          </a:solidFill>
          <a:ln xmlns:a="http://schemas.openxmlformats.org/drawingml/2006/main" w="0">
            <a:noFill/>
            <a:prstDash val="solid"/>
          </a:ln>
        </p:spPr>
      </p:sp>
      <p:sp>
        <p:nvSpPr>
          <p:cNvPr id="21" name="text-108">
            <a:extLst xmlns:a="http://schemas.openxmlformats.org/drawingml/2006/main">
              <a:ext uri="{FF2B5EF4-FFF2-40B4-BE49-F238E27FC236}">
                <a16:creationId xmlns:a16="http://schemas.microsoft.com/office/drawing/2014/main" id="{325FDC4F-EF9B-4E35-A2F5-1422E1870A37}"/>
              </a:ext>
            </a:extLst>
          </p:cNvPr>
          <p:cNvSpPr>
            <a:spLocks xmlns:a="http://schemas.openxmlformats.org/drawingml/2006/main" noGrp="1"/>
          </p:cNvSpPr>
          <p:nvPr/>
        </p:nvSpPr>
        <p:spPr>
          <a:xfrm xmlns:a="http://schemas.openxmlformats.org/drawingml/2006/main">
            <a:off x="9353550" y="3352800"/>
            <a:ext cx="2114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6DE0CE"/>
                </a:solidFill>
                <a:latin typeface="Segoe UI"/>
                <a:ea typeface="Segoe UI"/>
                <a:cs typeface="Segoe UI"/>
              </a:defRPr>
            </a:defPPr>
            <a:lvl1pPr algn="l">
              <a:defRPr sz="1875" b="1">
                <a:solidFill>
                  <a:srgbClr val="6DE0CE"/>
                </a:solidFill>
                <a:latin typeface="Segoe UI"/>
                <a:ea typeface="Segoe UI"/>
                <a:cs typeface="Segoe UI"/>
              </a:defRPr>
            </a:lvl1pPr>
            <a:lvl2pPr algn="l">
              <a:defRPr sz="1875" b="1">
                <a:solidFill>
                  <a:srgbClr val="6DE0CE"/>
                </a:solidFill>
                <a:latin typeface="Segoe UI"/>
                <a:ea typeface="Segoe UI"/>
                <a:cs typeface="Segoe UI"/>
              </a:defRPr>
            </a:lvl2pPr>
            <a:lvl3pPr algn="l">
              <a:defRPr sz="1875" b="1">
                <a:solidFill>
                  <a:srgbClr val="6DE0CE"/>
                </a:solidFill>
                <a:latin typeface="Segoe UI"/>
                <a:ea typeface="Segoe UI"/>
                <a:cs typeface="Segoe UI"/>
              </a:defRPr>
            </a:lvl3pPr>
            <a:lvl4pPr algn="l">
              <a:defRPr sz="1875" b="1">
                <a:solidFill>
                  <a:srgbClr val="6DE0CE"/>
                </a:solidFill>
                <a:latin typeface="Segoe UI"/>
                <a:ea typeface="Segoe UI"/>
                <a:cs typeface="Segoe UI"/>
              </a:defRPr>
            </a:lvl4pPr>
            <a:lvl5pPr algn="l">
              <a:defRPr sz="1875" b="1">
                <a:solidFill>
                  <a:srgbClr val="6DE0CE"/>
                </a:solidFill>
                <a:latin typeface="Segoe UI"/>
                <a:ea typeface="Segoe UI"/>
                <a:cs typeface="Segoe UI"/>
              </a:defRPr>
            </a:lvl5pPr>
            <a:lvl6pPr algn="l">
              <a:defRPr sz="1875" b="1">
                <a:solidFill>
                  <a:srgbClr val="6DE0CE"/>
                </a:solidFill>
                <a:latin typeface="Segoe UI"/>
                <a:ea typeface="Segoe UI"/>
                <a:cs typeface="Segoe UI"/>
              </a:defRPr>
            </a:lvl6pPr>
            <a:lvl7pPr algn="l">
              <a:defRPr sz="1875" b="1">
                <a:solidFill>
                  <a:srgbClr val="6DE0CE"/>
                </a:solidFill>
                <a:latin typeface="Segoe UI"/>
                <a:ea typeface="Segoe UI"/>
                <a:cs typeface="Segoe UI"/>
              </a:defRPr>
            </a:lvl7pPr>
            <a:lvl8pPr algn="l">
              <a:defRPr sz="1875" b="1">
                <a:solidFill>
                  <a:srgbClr val="6DE0CE"/>
                </a:solidFill>
                <a:latin typeface="Segoe UI"/>
                <a:ea typeface="Segoe UI"/>
                <a:cs typeface="Segoe UI"/>
              </a:defRPr>
            </a:lvl8pPr>
            <a:lvl9pPr algn="l">
              <a:defRPr sz="1875" b="1">
                <a:solidFill>
                  <a:srgbClr val="6DE0CE"/>
                </a:solidFill>
                <a:latin typeface="Segoe UI"/>
                <a:ea typeface="Segoe UI"/>
                <a:cs typeface="Segoe UI"/>
              </a:defRPr>
            </a:lvl9pPr>
          </a:lstStyle>
          <a:p xmlns:a="http://schemas.openxmlformats.org/drawingml/2006/main">
            <a:pPr algn="l">
              <a:defRPr sz="1875" b="1">
                <a:solidFill>
                  <a:srgbClr val="6DE0CE"/>
                </a:solidFill>
                <a:latin typeface="Segoe UI"/>
                <a:ea typeface="Segoe UI"/>
                <a:cs typeface="Segoe UI"/>
              </a:defRPr>
            </a:pPr>
            <a:r>
              <a:rPr sz="1875" b="1">
                <a:solidFill>
                  <a:srgbClr val="6DE0CE"/>
                </a:solidFill>
                <a:latin typeface="Segoe UI"/>
                <a:ea typeface="Segoe UI"/>
                <a:cs typeface="Segoe UI"/>
              </a:rPr>
              <a:t>renamed.txt</a:t>
            </a:r>
          </a:p>
        </p:txBody>
      </p:sp>
      <p:sp>
        <p:nvSpPr>
          <p:cNvPr id="22" name="text-109">
            <a:extLst xmlns:a="http://schemas.openxmlformats.org/drawingml/2006/main">
              <a:ext uri="{FF2B5EF4-FFF2-40B4-BE49-F238E27FC236}">
                <a16:creationId xmlns:a16="http://schemas.microsoft.com/office/drawing/2014/main" id="{C06A2BDD-A38B-444E-A2E5-EC32C643F3E1}"/>
              </a:ext>
            </a:extLst>
          </p:cNvPr>
          <p:cNvSpPr>
            <a:spLocks xmlns:a="http://schemas.openxmlformats.org/drawingml/2006/main" noGrp="1"/>
          </p:cNvSpPr>
          <p:nvPr/>
        </p:nvSpPr>
        <p:spPr>
          <a:xfrm xmlns:a="http://schemas.openxmlformats.org/drawingml/2006/main">
            <a:off x="9353550" y="3733800"/>
            <a:ext cx="2114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BBC9D1"/>
                </a:solidFill>
                <a:latin typeface="Segoe UI"/>
                <a:ea typeface="Segoe UI"/>
                <a:cs typeface="Segoe UI"/>
              </a:defRPr>
            </a:defPPr>
            <a:lvl1pPr algn="l">
              <a:defRPr sz="1500" b="0">
                <a:solidFill>
                  <a:srgbClr val="BBC9D1"/>
                </a:solidFill>
                <a:latin typeface="Segoe UI"/>
                <a:ea typeface="Segoe UI"/>
                <a:cs typeface="Segoe UI"/>
              </a:defRPr>
            </a:lvl1pPr>
            <a:lvl2pPr algn="l">
              <a:defRPr sz="1500" b="0">
                <a:solidFill>
                  <a:srgbClr val="BBC9D1"/>
                </a:solidFill>
                <a:latin typeface="Segoe UI"/>
                <a:ea typeface="Segoe UI"/>
                <a:cs typeface="Segoe UI"/>
              </a:defRPr>
            </a:lvl2pPr>
            <a:lvl3pPr algn="l">
              <a:defRPr sz="1500" b="0">
                <a:solidFill>
                  <a:srgbClr val="BBC9D1"/>
                </a:solidFill>
                <a:latin typeface="Segoe UI"/>
                <a:ea typeface="Segoe UI"/>
                <a:cs typeface="Segoe UI"/>
              </a:defRPr>
            </a:lvl3pPr>
            <a:lvl4pPr algn="l">
              <a:defRPr sz="1500" b="0">
                <a:solidFill>
                  <a:srgbClr val="BBC9D1"/>
                </a:solidFill>
                <a:latin typeface="Segoe UI"/>
                <a:ea typeface="Segoe UI"/>
                <a:cs typeface="Segoe UI"/>
              </a:defRPr>
            </a:lvl4pPr>
            <a:lvl5pPr algn="l">
              <a:defRPr sz="1500" b="0">
                <a:solidFill>
                  <a:srgbClr val="BBC9D1"/>
                </a:solidFill>
                <a:latin typeface="Segoe UI"/>
                <a:ea typeface="Segoe UI"/>
                <a:cs typeface="Segoe UI"/>
              </a:defRPr>
            </a:lvl5pPr>
            <a:lvl6pPr algn="l">
              <a:defRPr sz="1500" b="0">
                <a:solidFill>
                  <a:srgbClr val="BBC9D1"/>
                </a:solidFill>
                <a:latin typeface="Segoe UI"/>
                <a:ea typeface="Segoe UI"/>
                <a:cs typeface="Segoe UI"/>
              </a:defRPr>
            </a:lvl6pPr>
            <a:lvl7pPr algn="l">
              <a:defRPr sz="1500" b="0">
                <a:solidFill>
                  <a:srgbClr val="BBC9D1"/>
                </a:solidFill>
                <a:latin typeface="Segoe UI"/>
                <a:ea typeface="Segoe UI"/>
                <a:cs typeface="Segoe UI"/>
              </a:defRPr>
            </a:lvl7pPr>
            <a:lvl8pPr algn="l">
              <a:defRPr sz="1500" b="0">
                <a:solidFill>
                  <a:srgbClr val="BBC9D1"/>
                </a:solidFill>
                <a:latin typeface="Segoe UI"/>
                <a:ea typeface="Segoe UI"/>
                <a:cs typeface="Segoe UI"/>
              </a:defRPr>
            </a:lvl8pPr>
            <a:lvl9pPr algn="l">
              <a:defRPr sz="1500" b="0">
                <a:solidFill>
                  <a:srgbClr val="BBC9D1"/>
                </a:solidFill>
                <a:latin typeface="Segoe UI"/>
                <a:ea typeface="Segoe UI"/>
                <a:cs typeface="Segoe UI"/>
              </a:defRPr>
            </a:lvl9pPr>
          </a:lstStyle>
          <a:p xmlns:a="http://schemas.openxmlformats.org/drawingml/2006/main">
            <a:pPr algn="l">
              <a:defRPr sz="1500" b="0">
                <a:solidFill>
                  <a:srgbClr val="BBC9D1"/>
                </a:solidFill>
                <a:latin typeface="Segoe UI"/>
                <a:ea typeface="Segoe UI"/>
                <a:cs typeface="Segoe UI"/>
              </a:defRPr>
            </a:pPr>
            <a:r>
              <a:rPr sz="1500" b="0">
                <a:solidFill>
                  <a:srgbClr val="BBC9D1"/>
                </a:solidFill>
                <a:latin typeface="Segoe UI"/>
                <a:ea typeface="Segoe UI"/>
                <a:cs typeface="Segoe UI"/>
              </a:rPr>
              <a:t>Allowed destination</a:t>
            </a:r>
          </a:p>
        </p:txBody>
      </p:sp>
      <p:sp>
        <p:nvSpPr>
          <p:cNvPr id="23" name="text-110">
            <a:extLst xmlns:a="http://schemas.openxmlformats.org/drawingml/2006/main">
              <a:ext uri="{FF2B5EF4-FFF2-40B4-BE49-F238E27FC236}">
                <a16:creationId xmlns:a16="http://schemas.microsoft.com/office/drawing/2014/main" id="{2521EA12-1105-4FA2-B829-8C2B91A81C14}"/>
              </a:ext>
            </a:extLst>
          </p:cNvPr>
          <p:cNvSpPr>
            <a:spLocks xmlns:a="http://schemas.openxmlformats.org/drawingml/2006/main" noGrp="1"/>
          </p:cNvSpPr>
          <p:nvPr/>
        </p:nvSpPr>
        <p:spPr>
          <a:xfrm xmlns:a="http://schemas.openxmlformats.org/drawingml/2006/main">
            <a:off x="6305550" y="4429125"/>
            <a:ext cx="527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BBC9D1"/>
                </a:solidFill>
                <a:latin typeface="Segoe UI"/>
                <a:ea typeface="Segoe UI"/>
                <a:cs typeface="Segoe UI"/>
              </a:defRPr>
            </a:defPPr>
            <a:lvl1pPr algn="l">
              <a:defRPr sz="1875" b="0">
                <a:solidFill>
                  <a:srgbClr val="BBC9D1"/>
                </a:solidFill>
                <a:latin typeface="Segoe UI"/>
                <a:ea typeface="Segoe UI"/>
                <a:cs typeface="Segoe UI"/>
              </a:defRPr>
            </a:lvl1pPr>
            <a:lvl2pPr algn="l">
              <a:defRPr sz="1875" b="0">
                <a:solidFill>
                  <a:srgbClr val="BBC9D1"/>
                </a:solidFill>
                <a:latin typeface="Segoe UI"/>
                <a:ea typeface="Segoe UI"/>
                <a:cs typeface="Segoe UI"/>
              </a:defRPr>
            </a:lvl2pPr>
            <a:lvl3pPr algn="l">
              <a:defRPr sz="1875" b="0">
                <a:solidFill>
                  <a:srgbClr val="BBC9D1"/>
                </a:solidFill>
                <a:latin typeface="Segoe UI"/>
                <a:ea typeface="Segoe UI"/>
                <a:cs typeface="Segoe UI"/>
              </a:defRPr>
            </a:lvl3pPr>
            <a:lvl4pPr algn="l">
              <a:defRPr sz="1875" b="0">
                <a:solidFill>
                  <a:srgbClr val="BBC9D1"/>
                </a:solidFill>
                <a:latin typeface="Segoe UI"/>
                <a:ea typeface="Segoe UI"/>
                <a:cs typeface="Segoe UI"/>
              </a:defRPr>
            </a:lvl4pPr>
            <a:lvl5pPr algn="l">
              <a:defRPr sz="1875" b="0">
                <a:solidFill>
                  <a:srgbClr val="BBC9D1"/>
                </a:solidFill>
                <a:latin typeface="Segoe UI"/>
                <a:ea typeface="Segoe UI"/>
                <a:cs typeface="Segoe UI"/>
              </a:defRPr>
            </a:lvl5pPr>
            <a:lvl6pPr algn="l">
              <a:defRPr sz="1875" b="0">
                <a:solidFill>
                  <a:srgbClr val="BBC9D1"/>
                </a:solidFill>
                <a:latin typeface="Segoe UI"/>
                <a:ea typeface="Segoe UI"/>
                <a:cs typeface="Segoe UI"/>
              </a:defRPr>
            </a:lvl6pPr>
            <a:lvl7pPr algn="l">
              <a:defRPr sz="1875" b="0">
                <a:solidFill>
                  <a:srgbClr val="BBC9D1"/>
                </a:solidFill>
                <a:latin typeface="Segoe UI"/>
                <a:ea typeface="Segoe UI"/>
                <a:cs typeface="Segoe UI"/>
              </a:defRPr>
            </a:lvl7pPr>
            <a:lvl8pPr algn="l">
              <a:defRPr sz="1875" b="0">
                <a:solidFill>
                  <a:srgbClr val="BBC9D1"/>
                </a:solidFill>
                <a:latin typeface="Segoe UI"/>
                <a:ea typeface="Segoe UI"/>
                <a:cs typeface="Segoe UI"/>
              </a:defRPr>
            </a:lvl8pPr>
            <a:lvl9pPr algn="l">
              <a:defRPr sz="1875" b="0">
                <a:solidFill>
                  <a:srgbClr val="BBC9D1"/>
                </a:solidFill>
                <a:latin typeface="Segoe UI"/>
                <a:ea typeface="Segoe UI"/>
                <a:cs typeface="Segoe UI"/>
              </a:defRPr>
            </a:lvl9pPr>
          </a:lstStyle>
          <a:p xmlns:a="http://schemas.openxmlformats.org/drawingml/2006/main">
            <a:pPr algn="l">
              <a:defRPr sz="1875" b="0">
                <a:solidFill>
                  <a:srgbClr val="BBC9D1"/>
                </a:solidFill>
                <a:latin typeface="Segoe UI"/>
                <a:ea typeface="Segoe UI"/>
                <a:cs typeface="Segoe UI"/>
              </a:defRPr>
            </a:pPr>
            <a:r>
              <a:rPr sz="1875" b="0">
                <a:solidFill>
                  <a:srgbClr val="BBC9D1"/>
                </a:solidFill>
                <a:latin typeface="Segoe UI"/>
                <a:ea typeface="Segoe UI"/>
                <a:cs typeface="Segoe UI"/>
              </a:rPr>
              <a:t>Name-only evidence omitted the source.</a:t>
            </a:r>
          </a:p>
        </p:txBody>
      </p:sp>
      <p:sp>
        <p:nvSpPr>
          <p:cNvPr id="24" name="text-111">
            <a:extLst xmlns:a="http://schemas.openxmlformats.org/drawingml/2006/main">
              <a:ext uri="{FF2B5EF4-FFF2-40B4-BE49-F238E27FC236}">
                <a16:creationId xmlns:a16="http://schemas.microsoft.com/office/drawing/2014/main" id="{23ED34BC-24CB-4586-B7DB-A10D5FFDF1FF}"/>
              </a:ext>
            </a:extLst>
          </p:cNvPr>
          <p:cNvSpPr>
            <a:spLocks xmlns:a="http://schemas.openxmlformats.org/drawingml/2006/main" noGrp="1"/>
          </p:cNvSpPr>
          <p:nvPr/>
        </p:nvSpPr>
        <p:spPr>
          <a:xfrm xmlns:a="http://schemas.openxmlformats.org/drawingml/2006/main">
            <a:off x="6305550" y="50292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CORRECTION</a:t>
            </a:r>
          </a:p>
        </p:txBody>
      </p:sp>
      <p:sp>
        <p:nvSpPr>
          <p:cNvPr id="25" name="text-112">
            <a:extLst xmlns:a="http://schemas.openxmlformats.org/drawingml/2006/main">
              <a:ext uri="{FF2B5EF4-FFF2-40B4-BE49-F238E27FC236}">
                <a16:creationId xmlns:a16="http://schemas.microsoft.com/office/drawing/2014/main" id="{097F0436-B78D-4922-8A44-648035870C18}"/>
              </a:ext>
            </a:extLst>
          </p:cNvPr>
          <p:cNvSpPr>
            <a:spLocks xmlns:a="http://schemas.openxmlformats.org/drawingml/2006/main" noGrp="1"/>
          </p:cNvSpPr>
          <p:nvPr/>
        </p:nvSpPr>
        <p:spPr>
          <a:xfrm xmlns:a="http://schemas.openxmlformats.org/drawingml/2006/main">
            <a:off x="6305550" y="5400675"/>
            <a:ext cx="5276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2F6F8"/>
                </a:solidFill>
                <a:latin typeface="Segoe UI"/>
                <a:ea typeface="Segoe UI"/>
                <a:cs typeface="Segoe UI"/>
              </a:defRPr>
            </a:defPPr>
            <a:lvl1pPr algn="l">
              <a:defRPr sz="1950" b="0">
                <a:solidFill>
                  <a:srgbClr val="F2F6F8"/>
                </a:solidFill>
                <a:latin typeface="Segoe UI"/>
                <a:ea typeface="Segoe UI"/>
                <a:cs typeface="Segoe UI"/>
              </a:defRPr>
            </a:lvl1pPr>
            <a:lvl2pPr algn="l">
              <a:defRPr sz="1950" b="0">
                <a:solidFill>
                  <a:srgbClr val="F2F6F8"/>
                </a:solidFill>
                <a:latin typeface="Segoe UI"/>
                <a:ea typeface="Segoe UI"/>
                <a:cs typeface="Segoe UI"/>
              </a:defRPr>
            </a:lvl2pPr>
            <a:lvl3pPr algn="l">
              <a:defRPr sz="1950" b="0">
                <a:solidFill>
                  <a:srgbClr val="F2F6F8"/>
                </a:solidFill>
                <a:latin typeface="Segoe UI"/>
                <a:ea typeface="Segoe UI"/>
                <a:cs typeface="Segoe UI"/>
              </a:defRPr>
            </a:lvl3pPr>
            <a:lvl4pPr algn="l">
              <a:defRPr sz="1950" b="0">
                <a:solidFill>
                  <a:srgbClr val="F2F6F8"/>
                </a:solidFill>
                <a:latin typeface="Segoe UI"/>
                <a:ea typeface="Segoe UI"/>
                <a:cs typeface="Segoe UI"/>
              </a:defRPr>
            </a:lvl4pPr>
            <a:lvl5pPr algn="l">
              <a:defRPr sz="1950" b="0">
                <a:solidFill>
                  <a:srgbClr val="F2F6F8"/>
                </a:solidFill>
                <a:latin typeface="Segoe UI"/>
                <a:ea typeface="Segoe UI"/>
                <a:cs typeface="Segoe UI"/>
              </a:defRPr>
            </a:lvl5pPr>
            <a:lvl6pPr algn="l">
              <a:defRPr sz="1950" b="0">
                <a:solidFill>
                  <a:srgbClr val="F2F6F8"/>
                </a:solidFill>
                <a:latin typeface="Segoe UI"/>
                <a:ea typeface="Segoe UI"/>
                <a:cs typeface="Segoe UI"/>
              </a:defRPr>
            </a:lvl6pPr>
            <a:lvl7pPr algn="l">
              <a:defRPr sz="1950" b="0">
                <a:solidFill>
                  <a:srgbClr val="F2F6F8"/>
                </a:solidFill>
                <a:latin typeface="Segoe UI"/>
                <a:ea typeface="Segoe UI"/>
                <a:cs typeface="Segoe UI"/>
              </a:defRPr>
            </a:lvl7pPr>
            <a:lvl8pPr algn="l">
              <a:defRPr sz="1950" b="0">
                <a:solidFill>
                  <a:srgbClr val="F2F6F8"/>
                </a:solidFill>
                <a:latin typeface="Segoe UI"/>
                <a:ea typeface="Segoe UI"/>
                <a:cs typeface="Segoe UI"/>
              </a:defRPr>
            </a:lvl8pPr>
            <a:lvl9pPr algn="l">
              <a:defRPr sz="1950" b="0">
                <a:solidFill>
                  <a:srgbClr val="F2F6F8"/>
                </a:solidFill>
                <a:latin typeface="Segoe UI"/>
                <a:ea typeface="Segoe UI"/>
                <a:cs typeface="Segoe UI"/>
              </a:defRPr>
            </a:lvl9pPr>
          </a:lstStyle>
          <a:p xmlns:a="http://schemas.openxmlformats.org/drawingml/2006/main">
            <a:pPr algn="l">
              <a:defRPr sz="1950" b="0">
                <a:solidFill>
                  <a:srgbClr val="F2F6F8"/>
                </a:solidFill>
                <a:latin typeface="Segoe UI"/>
                <a:ea typeface="Segoe UI"/>
                <a:cs typeface="Segoe UI"/>
              </a:defRPr>
            </a:pPr>
            <a:r>
              <a:rPr sz="1950" b="0">
                <a:solidFill>
                  <a:srgbClr val="F2F6F8"/>
                </a:solidFill>
                <a:latin typeface="Segoe UI"/>
                <a:ea typeface="Segoe UI"/>
                <a:cs typeface="Segoe UI"/>
              </a:rPr>
              <a:t>--no-renames exposes both paths.</a:t>
            </a:r>
          </a:p>
          <a:p xmlns:a="http://schemas.openxmlformats.org/drawingml/2006/main">
            <a:pPr algn="l">
              <a:defRPr sz="1950" b="0">
                <a:solidFill>
                  <a:srgbClr val="F2F6F8"/>
                </a:solidFill>
                <a:latin typeface="Segoe UI"/>
                <a:ea typeface="Segoe UI"/>
                <a:cs typeface="Segoe UI"/>
              </a:defRPr>
            </a:pPr>
            <a:r>
              <a:rPr sz="1950" b="0">
                <a:solidFill>
                  <a:srgbClr val="F2F6F8"/>
                </a:solidFill>
                <a:latin typeface="Segoe UI"/>
                <a:ea typeface="Segoe UI"/>
                <a:cs typeface="Segoe UI"/>
              </a:rPr>
              <a:t>The controller rejects the violation.</a:t>
            </a:r>
          </a:p>
        </p:txBody>
      </p:sp>
    </p:spTree>
    <p:extLst>
      <p:ext uri="{BB962C8B-B14F-4D97-AF65-F5344CB8AC3E}">
        <p14:creationId xmlns:p14="http://schemas.microsoft.com/office/powerpoint/2010/main" val="1298141806"/>
      </p:ext>
    </p:extLst>
  </p:cSld>
</p:sld>
</file>

<file path=ppt/slides/slide5.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25" name="text-113">
            <a:extLst xmlns:a="http://schemas.openxmlformats.org/drawingml/2006/main">
              <a:ext uri="{FF2B5EF4-FFF2-40B4-BE49-F238E27FC236}">
                <a16:creationId xmlns:a16="http://schemas.microsoft.com/office/drawing/2014/main" id="{2F475581-E19A-43A8-B8E2-7199ACCC5BCE}"/>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Adversarial scrutiny: success after expiry</a:t>
            </a:r>
          </a:p>
        </p:txBody>
      </p:sp>
      <p:sp>
        <p:nvSpPr>
          <p:cNvPr id="2" name="shape-114">
            <a:extLst xmlns:a="http://schemas.openxmlformats.org/drawingml/2006/main">
              <a:ext uri="{FF2B5EF4-FFF2-40B4-BE49-F238E27FC236}">
                <a16:creationId xmlns:a16="http://schemas.microsoft.com/office/drawing/2014/main" id="{14D7A291-F282-41E7-8498-0F7441740CD3}"/>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115">
            <a:extLst xmlns:a="http://schemas.openxmlformats.org/drawingml/2006/main">
              <a:ext uri="{FF2B5EF4-FFF2-40B4-BE49-F238E27FC236}">
                <a16:creationId xmlns:a16="http://schemas.microsoft.com/office/drawing/2014/main" id="{11AB5295-B84D-42F9-AB32-E2C393B0EE83}"/>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116">
            <a:extLst xmlns:a="http://schemas.openxmlformats.org/drawingml/2006/main">
              <a:ext uri="{FF2B5EF4-FFF2-40B4-BE49-F238E27FC236}">
                <a16:creationId xmlns:a16="http://schemas.microsoft.com/office/drawing/2014/main" id="{D824279F-F1FF-4985-9659-FC8E574B856D}"/>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05 / 08</a:t>
            </a:r>
          </a:p>
        </p:txBody>
      </p:sp>
      <p:sp>
        <p:nvSpPr>
          <p:cNvPr id="5" name="text-117">
            <a:extLst xmlns:a="http://schemas.openxmlformats.org/drawingml/2006/main">
              <a:ext uri="{FF2B5EF4-FFF2-40B4-BE49-F238E27FC236}">
                <a16:creationId xmlns:a16="http://schemas.microsoft.com/office/drawing/2014/main" id="{22803119-53DC-4FCD-96E7-CCB712BC9516}"/>
              </a:ext>
            </a:extLst>
          </p:cNvPr>
          <p:cNvSpPr>
            <a:spLocks xmlns:a="http://schemas.openxmlformats.org/drawingml/2006/main" noGrp="1"/>
          </p:cNvSpPr>
          <p:nvPr/>
        </p:nvSpPr>
        <p:spPr>
          <a:xfrm xmlns:a="http://schemas.openxmlformats.org/drawingml/2006/main">
            <a:off x="609600" y="17430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BBC9D1"/>
                </a:solidFill>
                <a:latin typeface="Segoe UI"/>
                <a:ea typeface="Segoe UI"/>
                <a:cs typeface="Segoe UI"/>
              </a:defRPr>
            </a:defPPr>
            <a:lvl1pPr algn="l">
              <a:defRPr sz="2100" b="0">
                <a:solidFill>
                  <a:srgbClr val="BBC9D1"/>
                </a:solidFill>
                <a:latin typeface="Segoe UI"/>
                <a:ea typeface="Segoe UI"/>
                <a:cs typeface="Segoe UI"/>
              </a:defRPr>
            </a:lvl1pPr>
            <a:lvl2pPr algn="l">
              <a:defRPr sz="2100" b="0">
                <a:solidFill>
                  <a:srgbClr val="BBC9D1"/>
                </a:solidFill>
                <a:latin typeface="Segoe UI"/>
                <a:ea typeface="Segoe UI"/>
                <a:cs typeface="Segoe UI"/>
              </a:defRPr>
            </a:lvl2pPr>
            <a:lvl3pPr algn="l">
              <a:defRPr sz="2100" b="0">
                <a:solidFill>
                  <a:srgbClr val="BBC9D1"/>
                </a:solidFill>
                <a:latin typeface="Segoe UI"/>
                <a:ea typeface="Segoe UI"/>
                <a:cs typeface="Segoe UI"/>
              </a:defRPr>
            </a:lvl3pPr>
            <a:lvl4pPr algn="l">
              <a:defRPr sz="2100" b="0">
                <a:solidFill>
                  <a:srgbClr val="BBC9D1"/>
                </a:solidFill>
                <a:latin typeface="Segoe UI"/>
                <a:ea typeface="Segoe UI"/>
                <a:cs typeface="Segoe UI"/>
              </a:defRPr>
            </a:lvl4pPr>
            <a:lvl5pPr algn="l">
              <a:defRPr sz="2100" b="0">
                <a:solidFill>
                  <a:srgbClr val="BBC9D1"/>
                </a:solidFill>
                <a:latin typeface="Segoe UI"/>
                <a:ea typeface="Segoe UI"/>
                <a:cs typeface="Segoe UI"/>
              </a:defRPr>
            </a:lvl5pPr>
            <a:lvl6pPr algn="l">
              <a:defRPr sz="2100" b="0">
                <a:solidFill>
                  <a:srgbClr val="BBC9D1"/>
                </a:solidFill>
                <a:latin typeface="Segoe UI"/>
                <a:ea typeface="Segoe UI"/>
                <a:cs typeface="Segoe UI"/>
              </a:defRPr>
            </a:lvl6pPr>
            <a:lvl7pPr algn="l">
              <a:defRPr sz="2100" b="0">
                <a:solidFill>
                  <a:srgbClr val="BBC9D1"/>
                </a:solidFill>
                <a:latin typeface="Segoe UI"/>
                <a:ea typeface="Segoe UI"/>
                <a:cs typeface="Segoe UI"/>
              </a:defRPr>
            </a:lvl7pPr>
            <a:lvl8pPr algn="l">
              <a:defRPr sz="2100" b="0">
                <a:solidFill>
                  <a:srgbClr val="BBC9D1"/>
                </a:solidFill>
                <a:latin typeface="Segoe UI"/>
                <a:ea typeface="Segoe UI"/>
                <a:cs typeface="Segoe UI"/>
              </a:defRPr>
            </a:lvl8pPr>
            <a:lvl9pPr algn="l">
              <a:defRPr sz="2100" b="0">
                <a:solidFill>
                  <a:srgbClr val="BBC9D1"/>
                </a:solidFill>
                <a:latin typeface="Segoe UI"/>
                <a:ea typeface="Segoe UI"/>
                <a:cs typeface="Segoe UI"/>
              </a:defRPr>
            </a:lvl9pPr>
          </a:lstStyle>
          <a:p xmlns:a="http://schemas.openxmlformats.org/drawingml/2006/main">
            <a:pPr algn="l">
              <a:defRPr sz="2100" b="0">
                <a:solidFill>
                  <a:srgbClr val="BBC9D1"/>
                </a:solidFill>
                <a:latin typeface="Segoe UI"/>
                <a:ea typeface="Segoe UI"/>
                <a:cs typeface="Segoe UI"/>
              </a:defRPr>
            </a:pPr>
            <a:r>
              <a:rPr sz="2100" b="0">
                <a:solidFill>
                  <a:srgbClr val="BBC9D1"/>
                </a:solidFill>
                <a:latin typeface="Segoe UI"/>
                <a:ea typeface="Segoe UI"/>
                <a:cs typeface="Segoe UI"/>
              </a:rPr>
              <a:t>Original assumption: an observed successful exit can end the monitor loop.</a:t>
            </a:r>
          </a:p>
        </p:txBody>
      </p:sp>
      <p:sp>
        <p:nvSpPr>
          <p:cNvPr id="6" name="text-118">
            <a:extLst xmlns:a="http://schemas.openxmlformats.org/drawingml/2006/main">
              <a:ext uri="{FF2B5EF4-FFF2-40B4-BE49-F238E27FC236}">
                <a16:creationId xmlns:a16="http://schemas.microsoft.com/office/drawing/2014/main" id="{ABFDF44E-D1D3-4650-8574-043D6268B916}"/>
              </a:ext>
            </a:extLst>
          </p:cNvPr>
          <p:cNvSpPr>
            <a:spLocks xmlns:a="http://schemas.openxmlformats.org/drawingml/2006/main" noGrp="1"/>
          </p:cNvSpPr>
          <p:nvPr/>
        </p:nvSpPr>
        <p:spPr>
          <a:xfrm xmlns:a="http://schemas.openxmlformats.org/drawingml/2006/main">
            <a:off x="609600" y="23907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E5A0AA"/>
                </a:solidFill>
                <a:latin typeface="Segoe UI"/>
                <a:ea typeface="Segoe UI"/>
                <a:cs typeface="Segoe UI"/>
              </a:defRPr>
            </a:defPPr>
            <a:lvl1pPr algn="l">
              <a:defRPr sz="1350" b="1">
                <a:solidFill>
                  <a:srgbClr val="E5A0AA"/>
                </a:solidFill>
                <a:latin typeface="Segoe UI"/>
                <a:ea typeface="Segoe UI"/>
                <a:cs typeface="Segoe UI"/>
              </a:defRPr>
            </a:lvl1pPr>
            <a:lvl2pPr algn="l">
              <a:defRPr sz="1350" b="1">
                <a:solidFill>
                  <a:srgbClr val="E5A0AA"/>
                </a:solidFill>
                <a:latin typeface="Segoe UI"/>
                <a:ea typeface="Segoe UI"/>
                <a:cs typeface="Segoe UI"/>
              </a:defRPr>
            </a:lvl2pPr>
            <a:lvl3pPr algn="l">
              <a:defRPr sz="1350" b="1">
                <a:solidFill>
                  <a:srgbClr val="E5A0AA"/>
                </a:solidFill>
                <a:latin typeface="Segoe UI"/>
                <a:ea typeface="Segoe UI"/>
                <a:cs typeface="Segoe UI"/>
              </a:defRPr>
            </a:lvl3pPr>
            <a:lvl4pPr algn="l">
              <a:defRPr sz="1350" b="1">
                <a:solidFill>
                  <a:srgbClr val="E5A0AA"/>
                </a:solidFill>
                <a:latin typeface="Segoe UI"/>
                <a:ea typeface="Segoe UI"/>
                <a:cs typeface="Segoe UI"/>
              </a:defRPr>
            </a:lvl4pPr>
            <a:lvl5pPr algn="l">
              <a:defRPr sz="1350" b="1">
                <a:solidFill>
                  <a:srgbClr val="E5A0AA"/>
                </a:solidFill>
                <a:latin typeface="Segoe UI"/>
                <a:ea typeface="Segoe UI"/>
                <a:cs typeface="Segoe UI"/>
              </a:defRPr>
            </a:lvl5pPr>
            <a:lvl6pPr algn="l">
              <a:defRPr sz="1350" b="1">
                <a:solidFill>
                  <a:srgbClr val="E5A0AA"/>
                </a:solidFill>
                <a:latin typeface="Segoe UI"/>
                <a:ea typeface="Segoe UI"/>
                <a:cs typeface="Segoe UI"/>
              </a:defRPr>
            </a:lvl6pPr>
            <a:lvl7pPr algn="l">
              <a:defRPr sz="1350" b="1">
                <a:solidFill>
                  <a:srgbClr val="E5A0AA"/>
                </a:solidFill>
                <a:latin typeface="Segoe UI"/>
                <a:ea typeface="Segoe UI"/>
                <a:cs typeface="Segoe UI"/>
              </a:defRPr>
            </a:lvl7pPr>
            <a:lvl8pPr algn="l">
              <a:defRPr sz="1350" b="1">
                <a:solidFill>
                  <a:srgbClr val="E5A0AA"/>
                </a:solidFill>
                <a:latin typeface="Segoe UI"/>
                <a:ea typeface="Segoe UI"/>
                <a:cs typeface="Segoe UI"/>
              </a:defRPr>
            </a:lvl8pPr>
            <a:lvl9pPr algn="l">
              <a:defRPr sz="1350" b="1">
                <a:solidFill>
                  <a:srgbClr val="E5A0AA"/>
                </a:solidFill>
                <a:latin typeface="Segoe UI"/>
                <a:ea typeface="Segoe UI"/>
                <a:cs typeface="Segoe UI"/>
              </a:defRPr>
            </a:lvl9pPr>
          </a:lstStyle>
          <a:p xmlns:a="http://schemas.openxmlformats.org/drawingml/2006/main">
            <a:pPr algn="l">
              <a:defRPr sz="1350" b="1">
                <a:solidFill>
                  <a:srgbClr val="E5A0AA"/>
                </a:solidFill>
                <a:latin typeface="Segoe UI"/>
                <a:ea typeface="Segoe UI"/>
                <a:cs typeface="Segoe UI"/>
              </a:defRPr>
            </a:pPr>
            <a:r>
              <a:rPr sz="1350" b="1">
                <a:solidFill>
                  <a:srgbClr val="E5A0AA"/>
                </a:solidFill>
                <a:latin typeface="Segoe UI"/>
                <a:ea typeface="Segoe UI"/>
                <a:cs typeface="Segoe UI"/>
              </a:rPr>
              <a:t>CONTROLLED-CLOCK COUNTEREXAMPLE</a:t>
            </a:r>
          </a:p>
        </p:txBody>
      </p:sp>
      <p:sp>
        <p:nvSpPr>
          <p:cNvPr id="7" name="shape-119">
            <a:extLst xmlns:a="http://schemas.openxmlformats.org/drawingml/2006/main">
              <a:ext uri="{FF2B5EF4-FFF2-40B4-BE49-F238E27FC236}">
                <a16:creationId xmlns:a16="http://schemas.microsoft.com/office/drawing/2014/main" id="{034D73A1-39CB-4905-B53C-E714A0E481DB}"/>
              </a:ext>
            </a:extLst>
          </p:cNvPr>
          <p:cNvSpPr>
            <a:spLocks xmlns:a="http://schemas.openxmlformats.org/drawingml/2006/main" noGrp="1"/>
          </p:cNvSpPr>
          <p:nvPr/>
        </p:nvSpPr>
        <p:spPr>
          <a:xfrm xmlns:a="http://schemas.openxmlformats.org/drawingml/2006/main">
            <a:off x="762000" y="3448050"/>
            <a:ext cx="10477500" cy="38100"/>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56DB2B-C91A-4707-8DAC-4B2FFCFA7A1E}"/>
              </a:ext>
            </a:extLst>
          </p:cNvPr>
          <p:cNvSpPr>
            <a:spLocks xmlns:a="http://schemas.openxmlformats.org/drawingml/2006/main" noGrp="1"/>
          </p:cNvSpPr>
          <p:nvPr/>
        </p:nvSpPr>
        <p:spPr>
          <a:xfrm xmlns:a="http://schemas.openxmlformats.org/drawingml/2006/main">
            <a:off x="723900" y="3371850"/>
            <a:ext cx="190500" cy="190500"/>
          </a:xfrm>
          <a:prstGeom xmlns:a="http://schemas.openxmlformats.org/drawingml/2006/main" prst="ellipse">
            <a:avLst/>
          </a:prstGeom>
          <a:solidFill xmlns:a="http://schemas.openxmlformats.org/drawingml/2006/main">
            <a:srgbClr val="6DE0C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D948E38-8D73-4DE6-A4CC-0AA4EFEB7218}"/>
              </a:ext>
            </a:extLst>
          </p:cNvPr>
          <p:cNvSpPr>
            <a:spLocks xmlns:a="http://schemas.openxmlformats.org/drawingml/2006/main" noGrp="1"/>
          </p:cNvSpPr>
          <p:nvPr/>
        </p:nvSpPr>
        <p:spPr>
          <a:xfrm xmlns:a="http://schemas.openxmlformats.org/drawingml/2006/main">
            <a:off x="2343150" y="3371850"/>
            <a:ext cx="190500" cy="190500"/>
          </a:xfrm>
          <a:prstGeom xmlns:a="http://schemas.openxmlformats.org/drawingml/2006/main" prst="ellipse">
            <a:avLst/>
          </a:prstGeom>
          <a:solidFill xmlns:a="http://schemas.openxmlformats.org/drawingml/2006/main">
            <a:srgbClr val="F1C2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CBFF6B-8586-4ADF-AEFD-94BE16ECC834}"/>
              </a:ext>
            </a:extLst>
          </p:cNvPr>
          <p:cNvSpPr>
            <a:spLocks xmlns:a="http://schemas.openxmlformats.org/drawingml/2006/main" noGrp="1"/>
          </p:cNvSpPr>
          <p:nvPr/>
        </p:nvSpPr>
        <p:spPr>
          <a:xfrm xmlns:a="http://schemas.openxmlformats.org/drawingml/2006/main">
            <a:off x="10439400" y="3371850"/>
            <a:ext cx="190500" cy="190500"/>
          </a:xfrm>
          <a:prstGeom xmlns:a="http://schemas.openxmlformats.org/drawingml/2006/main" prst="ellipse">
            <a:avLst/>
          </a:prstGeom>
          <a:solidFill xmlns:a="http://schemas.openxmlformats.org/drawingml/2006/main">
            <a:srgbClr val="E5A0AA"/>
          </a:solidFill>
          <a:ln xmlns:a="http://schemas.openxmlformats.org/drawingml/2006/main" w="0">
            <a:noFill/>
          </a:ln>
        </p:spPr>
      </p:sp>
      <p:sp>
        <p:nvSpPr>
          <p:cNvPr id="11" name="shape-120">
            <a:extLst xmlns:a="http://schemas.openxmlformats.org/drawingml/2006/main">
              <a:ext uri="{FF2B5EF4-FFF2-40B4-BE49-F238E27FC236}">
                <a16:creationId xmlns:a16="http://schemas.microsoft.com/office/drawing/2014/main" id="{1D70EA53-4EBA-4E90-A887-E5EA7221FA5E}"/>
              </a:ext>
            </a:extLst>
          </p:cNvPr>
          <p:cNvSpPr>
            <a:spLocks xmlns:a="http://schemas.openxmlformats.org/drawingml/2006/main" noGrp="1"/>
          </p:cNvSpPr>
          <p:nvPr/>
        </p:nvSpPr>
        <p:spPr>
          <a:xfrm xmlns:a="http://schemas.openxmlformats.org/drawingml/2006/main">
            <a:off x="2419350" y="3114675"/>
            <a:ext cx="19050" cy="723900"/>
          </a:xfrm>
          <a:prstGeom xmlns:a="http://schemas.openxmlformats.org/drawingml/2006/main" prst="rect">
            <a:avLst/>
          </a:prstGeom>
          <a:solidFill xmlns:a="http://schemas.openxmlformats.org/drawingml/2006/main">
            <a:srgbClr val="F1C27B"/>
          </a:solidFill>
          <a:ln xmlns:a="http://schemas.openxmlformats.org/drawingml/2006/main" w="0">
            <a:noFill/>
            <a:prstDash val="solid"/>
          </a:ln>
        </p:spPr>
      </p:sp>
      <p:sp>
        <p:nvSpPr>
          <p:cNvPr id="12" name="text-121">
            <a:extLst xmlns:a="http://schemas.openxmlformats.org/drawingml/2006/main">
              <a:ext uri="{FF2B5EF4-FFF2-40B4-BE49-F238E27FC236}">
                <a16:creationId xmlns:a16="http://schemas.microsoft.com/office/drawing/2014/main" id="{0D044284-ABBF-4BAA-A3CE-468C23DF7330}"/>
              </a:ext>
            </a:extLst>
          </p:cNvPr>
          <p:cNvSpPr>
            <a:spLocks xmlns:a="http://schemas.openxmlformats.org/drawingml/2006/main" noGrp="1"/>
          </p:cNvSpPr>
          <p:nvPr/>
        </p:nvSpPr>
        <p:spPr>
          <a:xfrm xmlns:a="http://schemas.openxmlformats.org/drawingml/2006/main">
            <a:off x="609600" y="3762375"/>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Launch</a:t>
            </a:r>
          </a:p>
        </p:txBody>
      </p:sp>
      <p:sp>
        <p:nvSpPr>
          <p:cNvPr id="13" name="text-122">
            <a:extLst xmlns:a="http://schemas.openxmlformats.org/drawingml/2006/main">
              <a:ext uri="{FF2B5EF4-FFF2-40B4-BE49-F238E27FC236}">
                <a16:creationId xmlns:a16="http://schemas.microsoft.com/office/drawing/2014/main" id="{A4CC5BE3-29A5-488A-B720-4BC54232411B}"/>
              </a:ext>
            </a:extLst>
          </p:cNvPr>
          <p:cNvSpPr>
            <a:spLocks xmlns:a="http://schemas.openxmlformats.org/drawingml/2006/main" noGrp="1"/>
          </p:cNvSpPr>
          <p:nvPr/>
        </p:nvSpPr>
        <p:spPr>
          <a:xfrm xmlns:a="http://schemas.openxmlformats.org/drawingml/2006/main">
            <a:off x="2085975" y="28194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1C27B"/>
                </a:solidFill>
                <a:latin typeface="Segoe UI"/>
                <a:ea typeface="Segoe UI"/>
                <a:cs typeface="Segoe UI"/>
              </a:defRPr>
            </a:defPPr>
            <a:lvl1pPr algn="l">
              <a:defRPr sz="1950" b="1">
                <a:solidFill>
                  <a:srgbClr val="F1C27B"/>
                </a:solidFill>
                <a:latin typeface="Segoe UI"/>
                <a:ea typeface="Segoe UI"/>
                <a:cs typeface="Segoe UI"/>
              </a:defRPr>
            </a:lvl1pPr>
            <a:lvl2pPr algn="l">
              <a:defRPr sz="1950" b="1">
                <a:solidFill>
                  <a:srgbClr val="F1C27B"/>
                </a:solidFill>
                <a:latin typeface="Segoe UI"/>
                <a:ea typeface="Segoe UI"/>
                <a:cs typeface="Segoe UI"/>
              </a:defRPr>
            </a:lvl2pPr>
            <a:lvl3pPr algn="l">
              <a:defRPr sz="1950" b="1">
                <a:solidFill>
                  <a:srgbClr val="F1C27B"/>
                </a:solidFill>
                <a:latin typeface="Segoe UI"/>
                <a:ea typeface="Segoe UI"/>
                <a:cs typeface="Segoe UI"/>
              </a:defRPr>
            </a:lvl3pPr>
            <a:lvl4pPr algn="l">
              <a:defRPr sz="1950" b="1">
                <a:solidFill>
                  <a:srgbClr val="F1C27B"/>
                </a:solidFill>
                <a:latin typeface="Segoe UI"/>
                <a:ea typeface="Segoe UI"/>
                <a:cs typeface="Segoe UI"/>
              </a:defRPr>
            </a:lvl4pPr>
            <a:lvl5pPr algn="l">
              <a:defRPr sz="1950" b="1">
                <a:solidFill>
                  <a:srgbClr val="F1C27B"/>
                </a:solidFill>
                <a:latin typeface="Segoe UI"/>
                <a:ea typeface="Segoe UI"/>
                <a:cs typeface="Segoe UI"/>
              </a:defRPr>
            </a:lvl5pPr>
            <a:lvl6pPr algn="l">
              <a:defRPr sz="1950" b="1">
                <a:solidFill>
                  <a:srgbClr val="F1C27B"/>
                </a:solidFill>
                <a:latin typeface="Segoe UI"/>
                <a:ea typeface="Segoe UI"/>
                <a:cs typeface="Segoe UI"/>
              </a:defRPr>
            </a:lvl6pPr>
            <a:lvl7pPr algn="l">
              <a:defRPr sz="1950" b="1">
                <a:solidFill>
                  <a:srgbClr val="F1C27B"/>
                </a:solidFill>
                <a:latin typeface="Segoe UI"/>
                <a:ea typeface="Segoe UI"/>
                <a:cs typeface="Segoe UI"/>
              </a:defRPr>
            </a:lvl7pPr>
            <a:lvl8pPr algn="l">
              <a:defRPr sz="1950" b="1">
                <a:solidFill>
                  <a:srgbClr val="F1C27B"/>
                </a:solidFill>
                <a:latin typeface="Segoe UI"/>
                <a:ea typeface="Segoe UI"/>
                <a:cs typeface="Segoe UI"/>
              </a:defRPr>
            </a:lvl8pPr>
            <a:lvl9pPr algn="l">
              <a:defRPr sz="1950" b="1">
                <a:solidFill>
                  <a:srgbClr val="F1C27B"/>
                </a:solidFill>
                <a:latin typeface="Segoe UI"/>
                <a:ea typeface="Segoe UI"/>
                <a:cs typeface="Segoe UI"/>
              </a:defRPr>
            </a:lvl9pPr>
          </a:lstStyle>
          <a:p xmlns:a="http://schemas.openxmlformats.org/drawingml/2006/main">
            <a:pPr algn="l">
              <a:defRPr sz="1950" b="1">
                <a:solidFill>
                  <a:srgbClr val="F1C27B"/>
                </a:solidFill>
                <a:latin typeface="Segoe UI"/>
                <a:ea typeface="Segoe UI"/>
                <a:cs typeface="Segoe UI"/>
              </a:defRPr>
            </a:pPr>
            <a:r>
              <a:rPr sz="1950" b="1">
                <a:solidFill>
                  <a:srgbClr val="F1C27B"/>
                </a:solidFill>
                <a:latin typeface="Segoe UI"/>
                <a:ea typeface="Segoe UI"/>
                <a:cs typeface="Segoe UI"/>
              </a:rPr>
              <a:t>50 ms deadline</a:t>
            </a:r>
          </a:p>
        </p:txBody>
      </p:sp>
      <p:sp>
        <p:nvSpPr>
          <p:cNvPr id="14" name="text-123">
            <a:extLst xmlns:a="http://schemas.openxmlformats.org/drawingml/2006/main">
              <a:ext uri="{FF2B5EF4-FFF2-40B4-BE49-F238E27FC236}">
                <a16:creationId xmlns:a16="http://schemas.microsoft.com/office/drawing/2014/main" id="{4DE446AC-FBE1-430F-BC5B-08D6CD0BA877}"/>
              </a:ext>
            </a:extLst>
          </p:cNvPr>
          <p:cNvSpPr>
            <a:spLocks xmlns:a="http://schemas.openxmlformats.org/drawingml/2006/main" noGrp="1"/>
          </p:cNvSpPr>
          <p:nvPr/>
        </p:nvSpPr>
        <p:spPr>
          <a:xfrm xmlns:a="http://schemas.openxmlformats.org/drawingml/2006/main">
            <a:off x="8620125" y="28194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E5A0AA"/>
                </a:solidFill>
                <a:latin typeface="Segoe UI"/>
                <a:ea typeface="Segoe UI"/>
                <a:cs typeface="Segoe UI"/>
              </a:defRPr>
            </a:defPPr>
            <a:lvl1pPr algn="l">
              <a:defRPr sz="1950" b="1">
                <a:solidFill>
                  <a:srgbClr val="E5A0AA"/>
                </a:solidFill>
                <a:latin typeface="Segoe UI"/>
                <a:ea typeface="Segoe UI"/>
                <a:cs typeface="Segoe UI"/>
              </a:defRPr>
            </a:lvl1pPr>
            <a:lvl2pPr algn="l">
              <a:defRPr sz="1950" b="1">
                <a:solidFill>
                  <a:srgbClr val="E5A0AA"/>
                </a:solidFill>
                <a:latin typeface="Segoe UI"/>
                <a:ea typeface="Segoe UI"/>
                <a:cs typeface="Segoe UI"/>
              </a:defRPr>
            </a:lvl2pPr>
            <a:lvl3pPr algn="l">
              <a:defRPr sz="1950" b="1">
                <a:solidFill>
                  <a:srgbClr val="E5A0AA"/>
                </a:solidFill>
                <a:latin typeface="Segoe UI"/>
                <a:ea typeface="Segoe UI"/>
                <a:cs typeface="Segoe UI"/>
              </a:defRPr>
            </a:lvl3pPr>
            <a:lvl4pPr algn="l">
              <a:defRPr sz="1950" b="1">
                <a:solidFill>
                  <a:srgbClr val="E5A0AA"/>
                </a:solidFill>
                <a:latin typeface="Segoe UI"/>
                <a:ea typeface="Segoe UI"/>
                <a:cs typeface="Segoe UI"/>
              </a:defRPr>
            </a:lvl4pPr>
            <a:lvl5pPr algn="l">
              <a:defRPr sz="1950" b="1">
                <a:solidFill>
                  <a:srgbClr val="E5A0AA"/>
                </a:solidFill>
                <a:latin typeface="Segoe UI"/>
                <a:ea typeface="Segoe UI"/>
                <a:cs typeface="Segoe UI"/>
              </a:defRPr>
            </a:lvl5pPr>
            <a:lvl6pPr algn="l">
              <a:defRPr sz="1950" b="1">
                <a:solidFill>
                  <a:srgbClr val="E5A0AA"/>
                </a:solidFill>
                <a:latin typeface="Segoe UI"/>
                <a:ea typeface="Segoe UI"/>
                <a:cs typeface="Segoe UI"/>
              </a:defRPr>
            </a:lvl6pPr>
            <a:lvl7pPr algn="l">
              <a:defRPr sz="1950" b="1">
                <a:solidFill>
                  <a:srgbClr val="E5A0AA"/>
                </a:solidFill>
                <a:latin typeface="Segoe UI"/>
                <a:ea typeface="Segoe UI"/>
                <a:cs typeface="Segoe UI"/>
              </a:defRPr>
            </a:lvl7pPr>
            <a:lvl8pPr algn="l">
              <a:defRPr sz="1950" b="1">
                <a:solidFill>
                  <a:srgbClr val="E5A0AA"/>
                </a:solidFill>
                <a:latin typeface="Segoe UI"/>
                <a:ea typeface="Segoe UI"/>
                <a:cs typeface="Segoe UI"/>
              </a:defRPr>
            </a:lvl8pPr>
            <a:lvl9pPr algn="l">
              <a:defRPr sz="1950" b="1">
                <a:solidFill>
                  <a:srgbClr val="E5A0AA"/>
                </a:solidFill>
                <a:latin typeface="Segoe UI"/>
                <a:ea typeface="Segoe UI"/>
                <a:cs typeface="Segoe UI"/>
              </a:defRPr>
            </a:lvl9pPr>
          </a:lstStyle>
          <a:p xmlns:a="http://schemas.openxmlformats.org/drawingml/2006/main">
            <a:pPr algn="l">
              <a:defRPr sz="1950" b="1">
                <a:solidFill>
                  <a:srgbClr val="E5A0AA"/>
                </a:solidFill>
                <a:latin typeface="Segoe UI"/>
                <a:ea typeface="Segoe UI"/>
                <a:cs typeface="Segoe UI"/>
              </a:defRPr>
            </a:pPr>
            <a:r>
              <a:rPr sz="1950" b="1">
                <a:solidFill>
                  <a:srgbClr val="E5A0AA"/>
                </a:solidFill>
                <a:latin typeface="Segoe UI"/>
                <a:ea typeface="Segoe UI"/>
                <a:cs typeface="Segoe UI"/>
              </a:rPr>
              <a:t>400 ms observation</a:t>
            </a:r>
          </a:p>
        </p:txBody>
      </p:sp>
      <p:sp>
        <p:nvSpPr>
          <p:cNvPr id="15" name="text-124">
            <a:extLst xmlns:a="http://schemas.openxmlformats.org/drawingml/2006/main">
              <a:ext uri="{FF2B5EF4-FFF2-40B4-BE49-F238E27FC236}">
                <a16:creationId xmlns:a16="http://schemas.microsoft.com/office/drawing/2014/main" id="{2FCDFF7B-2DC6-47AE-A1FF-F562F650D456}"/>
              </a:ext>
            </a:extLst>
          </p:cNvPr>
          <p:cNvSpPr>
            <a:spLocks xmlns:a="http://schemas.openxmlformats.org/drawingml/2006/main" noGrp="1"/>
          </p:cNvSpPr>
          <p:nvPr/>
        </p:nvSpPr>
        <p:spPr>
          <a:xfrm xmlns:a="http://schemas.openxmlformats.org/drawingml/2006/main">
            <a:off x="8248650" y="376237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Exit 0 + complete output</a:t>
            </a:r>
          </a:p>
        </p:txBody>
      </p:sp>
      <p:sp>
        <p:nvSpPr>
          <p:cNvPr id="16" name="text-125">
            <a:extLst xmlns:a="http://schemas.openxmlformats.org/drawingml/2006/main">
              <a:ext uri="{FF2B5EF4-FFF2-40B4-BE49-F238E27FC236}">
                <a16:creationId xmlns:a16="http://schemas.microsoft.com/office/drawing/2014/main" id="{137B2CF8-3835-40F7-8D50-57B02EE599D4}"/>
              </a:ext>
            </a:extLst>
          </p:cNvPr>
          <p:cNvSpPr>
            <a:spLocks xmlns:a="http://schemas.openxmlformats.org/drawingml/2006/main" noGrp="1"/>
          </p:cNvSpPr>
          <p:nvPr/>
        </p:nvSpPr>
        <p:spPr>
          <a:xfrm xmlns:a="http://schemas.openxmlformats.org/drawingml/2006/main">
            <a:off x="609600" y="4333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F2F6F8"/>
                </a:solidFill>
                <a:latin typeface="Segoe UI"/>
                <a:ea typeface="Segoe UI"/>
                <a:cs typeface="Segoe UI"/>
              </a:defRPr>
            </a:defPPr>
            <a:lvl1pPr algn="l">
              <a:defRPr sz="2475" b="1">
                <a:solidFill>
                  <a:srgbClr val="F2F6F8"/>
                </a:solidFill>
                <a:latin typeface="Segoe UI"/>
                <a:ea typeface="Segoe UI"/>
                <a:cs typeface="Segoe UI"/>
              </a:defRPr>
            </a:lvl1pPr>
            <a:lvl2pPr algn="l">
              <a:defRPr sz="2475" b="1">
                <a:solidFill>
                  <a:srgbClr val="F2F6F8"/>
                </a:solidFill>
                <a:latin typeface="Segoe UI"/>
                <a:ea typeface="Segoe UI"/>
                <a:cs typeface="Segoe UI"/>
              </a:defRPr>
            </a:lvl2pPr>
            <a:lvl3pPr algn="l">
              <a:defRPr sz="2475" b="1">
                <a:solidFill>
                  <a:srgbClr val="F2F6F8"/>
                </a:solidFill>
                <a:latin typeface="Segoe UI"/>
                <a:ea typeface="Segoe UI"/>
                <a:cs typeface="Segoe UI"/>
              </a:defRPr>
            </a:lvl3pPr>
            <a:lvl4pPr algn="l">
              <a:defRPr sz="2475" b="1">
                <a:solidFill>
                  <a:srgbClr val="F2F6F8"/>
                </a:solidFill>
                <a:latin typeface="Segoe UI"/>
                <a:ea typeface="Segoe UI"/>
                <a:cs typeface="Segoe UI"/>
              </a:defRPr>
            </a:lvl4pPr>
            <a:lvl5pPr algn="l">
              <a:defRPr sz="2475" b="1">
                <a:solidFill>
                  <a:srgbClr val="F2F6F8"/>
                </a:solidFill>
                <a:latin typeface="Segoe UI"/>
                <a:ea typeface="Segoe UI"/>
                <a:cs typeface="Segoe UI"/>
              </a:defRPr>
            </a:lvl5pPr>
            <a:lvl6pPr algn="l">
              <a:defRPr sz="2475" b="1">
                <a:solidFill>
                  <a:srgbClr val="F2F6F8"/>
                </a:solidFill>
                <a:latin typeface="Segoe UI"/>
                <a:ea typeface="Segoe UI"/>
                <a:cs typeface="Segoe UI"/>
              </a:defRPr>
            </a:lvl6pPr>
            <a:lvl7pPr algn="l">
              <a:defRPr sz="2475" b="1">
                <a:solidFill>
                  <a:srgbClr val="F2F6F8"/>
                </a:solidFill>
                <a:latin typeface="Segoe UI"/>
                <a:ea typeface="Segoe UI"/>
                <a:cs typeface="Segoe UI"/>
              </a:defRPr>
            </a:lvl7pPr>
            <a:lvl8pPr algn="l">
              <a:defRPr sz="2475" b="1">
                <a:solidFill>
                  <a:srgbClr val="F2F6F8"/>
                </a:solidFill>
                <a:latin typeface="Segoe UI"/>
                <a:ea typeface="Segoe UI"/>
                <a:cs typeface="Segoe UI"/>
              </a:defRPr>
            </a:lvl8pPr>
            <a:lvl9pPr algn="l">
              <a:defRPr sz="2475" b="1">
                <a:solidFill>
                  <a:srgbClr val="F2F6F8"/>
                </a:solidFill>
                <a:latin typeface="Segoe UI"/>
                <a:ea typeface="Segoe UI"/>
                <a:cs typeface="Segoe UI"/>
              </a:defRPr>
            </a:lvl9pPr>
          </a:lstStyle>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A delayed monitor must classify this as timeout.</a:t>
            </a:r>
          </a:p>
        </p:txBody>
      </p:sp>
      <p:sp>
        <p:nvSpPr>
          <p:cNvPr id="17" name="text-126">
            <a:extLst xmlns:a="http://schemas.openxmlformats.org/drawingml/2006/main">
              <a:ext uri="{FF2B5EF4-FFF2-40B4-BE49-F238E27FC236}">
                <a16:creationId xmlns:a16="http://schemas.microsoft.com/office/drawing/2014/main" id="{A6876328-9FB4-468D-A98F-E99132FABBDC}"/>
              </a:ext>
            </a:extLst>
          </p:cNvPr>
          <p:cNvSpPr>
            <a:spLocks xmlns:a="http://schemas.openxmlformats.org/drawingml/2006/main" noGrp="1"/>
          </p:cNvSpPr>
          <p:nvPr/>
        </p:nvSpPr>
        <p:spPr>
          <a:xfrm xmlns:a="http://schemas.openxmlformats.org/drawingml/2006/main">
            <a:off x="609600" y="51054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CORRECTION</a:t>
            </a:r>
          </a:p>
        </p:txBody>
      </p:sp>
      <p:sp>
        <p:nvSpPr>
          <p:cNvPr id="18" name="text-127">
            <a:extLst xmlns:a="http://schemas.openxmlformats.org/drawingml/2006/main">
              <a:ext uri="{FF2B5EF4-FFF2-40B4-BE49-F238E27FC236}">
                <a16:creationId xmlns:a16="http://schemas.microsoft.com/office/drawing/2014/main" id="{7D3F46D8-3182-43C1-B864-C2AE8524D305}"/>
              </a:ext>
            </a:extLst>
          </p:cNvPr>
          <p:cNvSpPr>
            <a:spLocks xmlns:a="http://schemas.openxmlformats.org/drawingml/2006/main" noGrp="1"/>
          </p:cNvSpPr>
          <p:nvPr/>
        </p:nvSpPr>
        <p:spPr>
          <a:xfrm xmlns:a="http://schemas.openxmlformats.org/drawingml/2006/main">
            <a:off x="2428875" y="507682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6DE0CE"/>
                </a:solidFill>
                <a:latin typeface="Segoe UI"/>
                <a:ea typeface="Segoe UI"/>
                <a:cs typeface="Segoe UI"/>
              </a:defRPr>
            </a:defPPr>
            <a:lvl1pPr algn="l">
              <a:defRPr sz="1950" b="1">
                <a:solidFill>
                  <a:srgbClr val="6DE0CE"/>
                </a:solidFill>
                <a:latin typeface="Segoe UI"/>
                <a:ea typeface="Segoe UI"/>
                <a:cs typeface="Segoe UI"/>
              </a:defRPr>
            </a:lvl1pPr>
            <a:lvl2pPr algn="l">
              <a:defRPr sz="1950" b="1">
                <a:solidFill>
                  <a:srgbClr val="6DE0CE"/>
                </a:solidFill>
                <a:latin typeface="Segoe UI"/>
                <a:ea typeface="Segoe UI"/>
                <a:cs typeface="Segoe UI"/>
              </a:defRPr>
            </a:lvl2pPr>
            <a:lvl3pPr algn="l">
              <a:defRPr sz="1950" b="1">
                <a:solidFill>
                  <a:srgbClr val="6DE0CE"/>
                </a:solidFill>
                <a:latin typeface="Segoe UI"/>
                <a:ea typeface="Segoe UI"/>
                <a:cs typeface="Segoe UI"/>
              </a:defRPr>
            </a:lvl3pPr>
            <a:lvl4pPr algn="l">
              <a:defRPr sz="1950" b="1">
                <a:solidFill>
                  <a:srgbClr val="6DE0CE"/>
                </a:solidFill>
                <a:latin typeface="Segoe UI"/>
                <a:ea typeface="Segoe UI"/>
                <a:cs typeface="Segoe UI"/>
              </a:defRPr>
            </a:lvl4pPr>
            <a:lvl5pPr algn="l">
              <a:defRPr sz="1950" b="1">
                <a:solidFill>
                  <a:srgbClr val="6DE0CE"/>
                </a:solidFill>
                <a:latin typeface="Segoe UI"/>
                <a:ea typeface="Segoe UI"/>
                <a:cs typeface="Segoe UI"/>
              </a:defRPr>
            </a:lvl5pPr>
            <a:lvl6pPr algn="l">
              <a:defRPr sz="1950" b="1">
                <a:solidFill>
                  <a:srgbClr val="6DE0CE"/>
                </a:solidFill>
                <a:latin typeface="Segoe UI"/>
                <a:ea typeface="Segoe UI"/>
                <a:cs typeface="Segoe UI"/>
              </a:defRPr>
            </a:lvl6pPr>
            <a:lvl7pPr algn="l">
              <a:defRPr sz="1950" b="1">
                <a:solidFill>
                  <a:srgbClr val="6DE0CE"/>
                </a:solidFill>
                <a:latin typeface="Segoe UI"/>
                <a:ea typeface="Segoe UI"/>
                <a:cs typeface="Segoe UI"/>
              </a:defRPr>
            </a:lvl7pPr>
            <a:lvl8pPr algn="l">
              <a:defRPr sz="1950" b="1">
                <a:solidFill>
                  <a:srgbClr val="6DE0CE"/>
                </a:solidFill>
                <a:latin typeface="Segoe UI"/>
                <a:ea typeface="Segoe UI"/>
                <a:cs typeface="Segoe UI"/>
              </a:defRPr>
            </a:lvl8pPr>
            <a:lvl9pPr algn="l">
              <a:defRPr sz="1950" b="1">
                <a:solidFill>
                  <a:srgbClr val="6DE0CE"/>
                </a:solidFill>
                <a:latin typeface="Segoe UI"/>
                <a:ea typeface="Segoe UI"/>
                <a:cs typeface="Segoe UI"/>
              </a:defRPr>
            </a:lvl9pPr>
          </a:lstStyle>
          <a:p xmlns:a="http://schemas.openxmlformats.org/drawingml/2006/main">
            <a:pPr algn="l">
              <a:defRPr sz="1950" b="1">
                <a:solidFill>
                  <a:srgbClr val="6DE0CE"/>
                </a:solidFill>
                <a:latin typeface="Segoe UI"/>
                <a:ea typeface="Segoe UI"/>
                <a:cs typeface="Segoe UI"/>
              </a:defRPr>
            </a:pPr>
            <a:r>
              <a:rPr sz="1950" b="1">
                <a:solidFill>
                  <a:srgbClr val="6DE0CE"/>
                </a:solidFill>
                <a:latin typeface="Segoe UI"/>
                <a:ea typeface="Segoe UI"/>
                <a:cs typeface="Segoe UI"/>
              </a:rPr>
              <a:t>Check expiry</a:t>
            </a:r>
          </a:p>
        </p:txBody>
      </p:sp>
      <p:sp>
        <p:nvSpPr>
          <p:cNvPr id="19" name="">
            <a:extLst xmlns:a="http://schemas.openxmlformats.org/drawingml/2006/main">
              <a:ext uri="{FF2B5EF4-FFF2-40B4-BE49-F238E27FC236}">
                <a16:creationId xmlns:a16="http://schemas.microsoft.com/office/drawing/2014/main" id="{4007C80E-C70E-4FC2-8AEE-AD647D287C8C}"/>
              </a:ext>
            </a:extLst>
          </p:cNvPr>
          <p:cNvSpPr>
            <a:spLocks xmlns:a="http://schemas.openxmlformats.org/drawingml/2006/main" noGrp="1"/>
          </p:cNvSpPr>
          <p:nvPr/>
        </p:nvSpPr>
        <p:spPr>
          <a:xfrm xmlns:a="http://schemas.openxmlformats.org/drawingml/2006/main">
            <a:off x="4410075" y="5172075"/>
            <a:ext cx="257175"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20" name="text-128">
            <a:extLst xmlns:a="http://schemas.openxmlformats.org/drawingml/2006/main">
              <a:ext uri="{FF2B5EF4-FFF2-40B4-BE49-F238E27FC236}">
                <a16:creationId xmlns:a16="http://schemas.microsoft.com/office/drawing/2014/main" id="{206B0DE7-06E4-421E-87CA-AC3917E9D1C1}"/>
              </a:ext>
            </a:extLst>
          </p:cNvPr>
          <p:cNvSpPr>
            <a:spLocks xmlns:a="http://schemas.openxmlformats.org/drawingml/2006/main" noGrp="1"/>
          </p:cNvSpPr>
          <p:nvPr/>
        </p:nvSpPr>
        <p:spPr>
          <a:xfrm xmlns:a="http://schemas.openxmlformats.org/drawingml/2006/main">
            <a:off x="4895850" y="5076825"/>
            <a:ext cx="2686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2F6F8"/>
                </a:solidFill>
                <a:latin typeface="Segoe UI"/>
                <a:ea typeface="Segoe UI"/>
                <a:cs typeface="Segoe UI"/>
              </a:defRPr>
            </a:defPPr>
            <a:lvl1pPr algn="l">
              <a:defRPr sz="1950" b="1">
                <a:solidFill>
                  <a:srgbClr val="F2F6F8"/>
                </a:solidFill>
                <a:latin typeface="Segoe UI"/>
                <a:ea typeface="Segoe UI"/>
                <a:cs typeface="Segoe UI"/>
              </a:defRPr>
            </a:lvl1pPr>
            <a:lvl2pPr algn="l">
              <a:defRPr sz="1950" b="1">
                <a:solidFill>
                  <a:srgbClr val="F2F6F8"/>
                </a:solidFill>
                <a:latin typeface="Segoe UI"/>
                <a:ea typeface="Segoe UI"/>
                <a:cs typeface="Segoe UI"/>
              </a:defRPr>
            </a:lvl2pPr>
            <a:lvl3pPr algn="l">
              <a:defRPr sz="1950" b="1">
                <a:solidFill>
                  <a:srgbClr val="F2F6F8"/>
                </a:solidFill>
                <a:latin typeface="Segoe UI"/>
                <a:ea typeface="Segoe UI"/>
                <a:cs typeface="Segoe UI"/>
              </a:defRPr>
            </a:lvl3pPr>
            <a:lvl4pPr algn="l">
              <a:defRPr sz="1950" b="1">
                <a:solidFill>
                  <a:srgbClr val="F2F6F8"/>
                </a:solidFill>
                <a:latin typeface="Segoe UI"/>
                <a:ea typeface="Segoe UI"/>
                <a:cs typeface="Segoe UI"/>
              </a:defRPr>
            </a:lvl4pPr>
            <a:lvl5pPr algn="l">
              <a:defRPr sz="1950" b="1">
                <a:solidFill>
                  <a:srgbClr val="F2F6F8"/>
                </a:solidFill>
                <a:latin typeface="Segoe UI"/>
                <a:ea typeface="Segoe UI"/>
                <a:cs typeface="Segoe UI"/>
              </a:defRPr>
            </a:lvl5pPr>
            <a:lvl6pPr algn="l">
              <a:defRPr sz="1950" b="1">
                <a:solidFill>
                  <a:srgbClr val="F2F6F8"/>
                </a:solidFill>
                <a:latin typeface="Segoe UI"/>
                <a:ea typeface="Segoe UI"/>
                <a:cs typeface="Segoe UI"/>
              </a:defRPr>
            </a:lvl6pPr>
            <a:lvl7pPr algn="l">
              <a:defRPr sz="1950" b="1">
                <a:solidFill>
                  <a:srgbClr val="F2F6F8"/>
                </a:solidFill>
                <a:latin typeface="Segoe UI"/>
                <a:ea typeface="Segoe UI"/>
                <a:cs typeface="Segoe UI"/>
              </a:defRPr>
            </a:lvl7pPr>
            <a:lvl8pPr algn="l">
              <a:defRPr sz="1950" b="1">
                <a:solidFill>
                  <a:srgbClr val="F2F6F8"/>
                </a:solidFill>
                <a:latin typeface="Segoe UI"/>
                <a:ea typeface="Segoe UI"/>
                <a:cs typeface="Segoe UI"/>
              </a:defRPr>
            </a:lvl8pPr>
            <a:lvl9pPr algn="l">
              <a:defRPr sz="1950" b="1">
                <a:solidFill>
                  <a:srgbClr val="F2F6F8"/>
                </a:solidFill>
                <a:latin typeface="Segoe UI"/>
                <a:ea typeface="Segoe UI"/>
                <a:cs typeface="Segoe UI"/>
              </a:defRPr>
            </a:lvl9pPr>
          </a:lstStyle>
          <a:p xmlns:a="http://schemas.openxmlformats.org/drawingml/2006/main">
            <a:pPr algn="l">
              <a:defRPr sz="1950" b="1">
                <a:solidFill>
                  <a:srgbClr val="F2F6F8"/>
                </a:solidFill>
                <a:latin typeface="Segoe UI"/>
                <a:ea typeface="Segoe UI"/>
                <a:cs typeface="Segoe UI"/>
              </a:defRPr>
            </a:pPr>
            <a:r>
              <a:rPr sz="1950" b="1">
                <a:solidFill>
                  <a:srgbClr val="F2F6F8"/>
                </a:solidFill>
                <a:latin typeface="Segoe UI"/>
                <a:ea typeface="Segoe UI"/>
                <a:cs typeface="Segoe UI"/>
              </a:rPr>
              <a:t>Observe completion</a:t>
            </a:r>
          </a:p>
        </p:txBody>
      </p:sp>
      <p:sp>
        <p:nvSpPr>
          <p:cNvPr id="21" name="">
            <a:extLst xmlns:a="http://schemas.openxmlformats.org/drawingml/2006/main">
              <a:ext uri="{FF2B5EF4-FFF2-40B4-BE49-F238E27FC236}">
                <a16:creationId xmlns:a16="http://schemas.microsoft.com/office/drawing/2014/main" id="{788A0FAE-B82A-4231-9ED9-0903887B7789}"/>
              </a:ext>
            </a:extLst>
          </p:cNvPr>
          <p:cNvSpPr>
            <a:spLocks xmlns:a="http://schemas.openxmlformats.org/drawingml/2006/main" noGrp="1"/>
          </p:cNvSpPr>
          <p:nvPr/>
        </p:nvSpPr>
        <p:spPr>
          <a:xfrm xmlns:a="http://schemas.openxmlformats.org/drawingml/2006/main">
            <a:off x="7629525" y="5172075"/>
            <a:ext cx="257175" cy="133350"/>
          </a:xfrm>
          <a:prstGeom xmlns:a="http://schemas.openxmlformats.org/drawingml/2006/main" prst="rightArrow">
            <a:avLst/>
          </a:prstGeom>
          <a:solidFill xmlns:a="http://schemas.openxmlformats.org/drawingml/2006/main">
            <a:srgbClr val="6DE0CE"/>
          </a:solidFill>
          <a:ln xmlns:a="http://schemas.openxmlformats.org/drawingml/2006/main" w="0">
            <a:noFill/>
          </a:ln>
        </p:spPr>
      </p:sp>
      <p:sp>
        <p:nvSpPr>
          <p:cNvPr id="22" name="text-129">
            <a:extLst xmlns:a="http://schemas.openxmlformats.org/drawingml/2006/main">
              <a:ext uri="{FF2B5EF4-FFF2-40B4-BE49-F238E27FC236}">
                <a16:creationId xmlns:a16="http://schemas.microsoft.com/office/drawing/2014/main" id="{8ECFC1A5-039D-4B28-95B2-BACF305223C0}"/>
              </a:ext>
            </a:extLst>
          </p:cNvPr>
          <p:cNvSpPr>
            <a:spLocks xmlns:a="http://schemas.openxmlformats.org/drawingml/2006/main" noGrp="1"/>
          </p:cNvSpPr>
          <p:nvPr/>
        </p:nvSpPr>
        <p:spPr>
          <a:xfrm xmlns:a="http://schemas.openxmlformats.org/drawingml/2006/main">
            <a:off x="8115300" y="5076825"/>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6DE0CE"/>
                </a:solidFill>
                <a:latin typeface="Segoe UI"/>
                <a:ea typeface="Segoe UI"/>
                <a:cs typeface="Segoe UI"/>
              </a:defRPr>
            </a:defPPr>
            <a:lvl1pPr algn="l">
              <a:defRPr sz="1950" b="1">
                <a:solidFill>
                  <a:srgbClr val="6DE0CE"/>
                </a:solidFill>
                <a:latin typeface="Segoe UI"/>
                <a:ea typeface="Segoe UI"/>
                <a:cs typeface="Segoe UI"/>
              </a:defRPr>
            </a:lvl1pPr>
            <a:lvl2pPr algn="l">
              <a:defRPr sz="1950" b="1">
                <a:solidFill>
                  <a:srgbClr val="6DE0CE"/>
                </a:solidFill>
                <a:latin typeface="Segoe UI"/>
                <a:ea typeface="Segoe UI"/>
                <a:cs typeface="Segoe UI"/>
              </a:defRPr>
            </a:lvl2pPr>
            <a:lvl3pPr algn="l">
              <a:defRPr sz="1950" b="1">
                <a:solidFill>
                  <a:srgbClr val="6DE0CE"/>
                </a:solidFill>
                <a:latin typeface="Segoe UI"/>
                <a:ea typeface="Segoe UI"/>
                <a:cs typeface="Segoe UI"/>
              </a:defRPr>
            </a:lvl3pPr>
            <a:lvl4pPr algn="l">
              <a:defRPr sz="1950" b="1">
                <a:solidFill>
                  <a:srgbClr val="6DE0CE"/>
                </a:solidFill>
                <a:latin typeface="Segoe UI"/>
                <a:ea typeface="Segoe UI"/>
                <a:cs typeface="Segoe UI"/>
              </a:defRPr>
            </a:lvl4pPr>
            <a:lvl5pPr algn="l">
              <a:defRPr sz="1950" b="1">
                <a:solidFill>
                  <a:srgbClr val="6DE0CE"/>
                </a:solidFill>
                <a:latin typeface="Segoe UI"/>
                <a:ea typeface="Segoe UI"/>
                <a:cs typeface="Segoe UI"/>
              </a:defRPr>
            </a:lvl5pPr>
            <a:lvl6pPr algn="l">
              <a:defRPr sz="1950" b="1">
                <a:solidFill>
                  <a:srgbClr val="6DE0CE"/>
                </a:solidFill>
                <a:latin typeface="Segoe UI"/>
                <a:ea typeface="Segoe UI"/>
                <a:cs typeface="Segoe UI"/>
              </a:defRPr>
            </a:lvl6pPr>
            <a:lvl7pPr algn="l">
              <a:defRPr sz="1950" b="1">
                <a:solidFill>
                  <a:srgbClr val="6DE0CE"/>
                </a:solidFill>
                <a:latin typeface="Segoe UI"/>
                <a:ea typeface="Segoe UI"/>
                <a:cs typeface="Segoe UI"/>
              </a:defRPr>
            </a:lvl7pPr>
            <a:lvl8pPr algn="l">
              <a:defRPr sz="1950" b="1">
                <a:solidFill>
                  <a:srgbClr val="6DE0CE"/>
                </a:solidFill>
                <a:latin typeface="Segoe UI"/>
                <a:ea typeface="Segoe UI"/>
                <a:cs typeface="Segoe UI"/>
              </a:defRPr>
            </a:lvl8pPr>
            <a:lvl9pPr algn="l">
              <a:defRPr sz="1950" b="1">
                <a:solidFill>
                  <a:srgbClr val="6DE0CE"/>
                </a:solidFill>
                <a:latin typeface="Segoe UI"/>
                <a:ea typeface="Segoe UI"/>
                <a:cs typeface="Segoe UI"/>
              </a:defRPr>
            </a:lvl9pPr>
          </a:lstStyle>
          <a:p xmlns:a="http://schemas.openxmlformats.org/drawingml/2006/main">
            <a:pPr algn="l">
              <a:defRPr sz="1950" b="1">
                <a:solidFill>
                  <a:srgbClr val="6DE0CE"/>
                </a:solidFill>
                <a:latin typeface="Segoe UI"/>
                <a:ea typeface="Segoe UI"/>
                <a:cs typeface="Segoe UI"/>
              </a:defRPr>
            </a:pPr>
            <a:r>
              <a:rPr sz="1950" b="1">
                <a:solidFill>
                  <a:srgbClr val="6DE0CE"/>
                </a:solidFill>
                <a:latin typeface="Segoe UI"/>
                <a:ea typeface="Segoe UI"/>
                <a:cs typeface="Segoe UI"/>
              </a:rPr>
              <a:t>Check expiry again</a:t>
            </a:r>
          </a:p>
        </p:txBody>
      </p:sp>
      <p:sp>
        <p:nvSpPr>
          <p:cNvPr id="23" name="text-130">
            <a:extLst xmlns:a="http://schemas.openxmlformats.org/drawingml/2006/main">
              <a:ext uri="{FF2B5EF4-FFF2-40B4-BE49-F238E27FC236}">
                <a16:creationId xmlns:a16="http://schemas.microsoft.com/office/drawing/2014/main" id="{3B03332A-DE19-4282-9686-FE6B4D673947}"/>
              </a:ext>
            </a:extLst>
          </p:cNvPr>
          <p:cNvSpPr>
            <a:spLocks xmlns:a="http://schemas.openxmlformats.org/drawingml/2006/main" noGrp="1"/>
          </p:cNvSpPr>
          <p:nvPr/>
        </p:nvSpPr>
        <p:spPr>
          <a:xfrm xmlns:a="http://schemas.openxmlformats.org/drawingml/2006/main">
            <a:off x="609600" y="56292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Keep exit/output evidence. Block acceptance and further attempts on expired execution.</a:t>
            </a:r>
          </a:p>
        </p:txBody>
      </p:sp>
      <p:sp>
        <p:nvSpPr>
          <p:cNvPr id="24" name="text-131">
            <a:extLst xmlns:a="http://schemas.openxmlformats.org/drawingml/2006/main">
              <a:ext uri="{FF2B5EF4-FFF2-40B4-BE49-F238E27FC236}">
                <a16:creationId xmlns:a16="http://schemas.microsoft.com/office/drawing/2014/main" id="{71C14AA4-C5BE-4DD1-BE60-0701DFE6E1BE}"/>
              </a:ext>
            </a:extLst>
          </p:cNvPr>
          <p:cNvSpPr>
            <a:spLocks xmlns:a="http://schemas.openxmlformats.org/drawingml/2006/main" noGrp="1"/>
          </p:cNvSpPr>
          <p:nvPr/>
        </p:nvSpPr>
        <p:spPr>
          <a:xfrm xmlns:a="http://schemas.openxmlformats.org/drawingml/2006/main">
            <a:off x="609600" y="60293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6DE0CE"/>
                </a:solidFill>
                <a:latin typeface="Segoe UI"/>
                <a:ea typeface="Segoe UI"/>
                <a:cs typeface="Segoe UI"/>
              </a:defRPr>
            </a:defPPr>
            <a:lvl1pPr algn="l">
              <a:defRPr sz="1575" b="0">
                <a:solidFill>
                  <a:srgbClr val="6DE0CE"/>
                </a:solidFill>
                <a:latin typeface="Segoe UI"/>
                <a:ea typeface="Segoe UI"/>
                <a:cs typeface="Segoe UI"/>
              </a:defRPr>
            </a:lvl1pPr>
            <a:lvl2pPr algn="l">
              <a:defRPr sz="1575" b="0">
                <a:solidFill>
                  <a:srgbClr val="6DE0CE"/>
                </a:solidFill>
                <a:latin typeface="Segoe UI"/>
                <a:ea typeface="Segoe UI"/>
                <a:cs typeface="Segoe UI"/>
              </a:defRPr>
            </a:lvl2pPr>
            <a:lvl3pPr algn="l">
              <a:defRPr sz="1575" b="0">
                <a:solidFill>
                  <a:srgbClr val="6DE0CE"/>
                </a:solidFill>
                <a:latin typeface="Segoe UI"/>
                <a:ea typeface="Segoe UI"/>
                <a:cs typeface="Segoe UI"/>
              </a:defRPr>
            </a:lvl3pPr>
            <a:lvl4pPr algn="l">
              <a:defRPr sz="1575" b="0">
                <a:solidFill>
                  <a:srgbClr val="6DE0CE"/>
                </a:solidFill>
                <a:latin typeface="Segoe UI"/>
                <a:ea typeface="Segoe UI"/>
                <a:cs typeface="Segoe UI"/>
              </a:defRPr>
            </a:lvl4pPr>
            <a:lvl5pPr algn="l">
              <a:defRPr sz="1575" b="0">
                <a:solidFill>
                  <a:srgbClr val="6DE0CE"/>
                </a:solidFill>
                <a:latin typeface="Segoe UI"/>
                <a:ea typeface="Segoe UI"/>
                <a:cs typeface="Segoe UI"/>
              </a:defRPr>
            </a:lvl5pPr>
            <a:lvl6pPr algn="l">
              <a:defRPr sz="1575" b="0">
                <a:solidFill>
                  <a:srgbClr val="6DE0CE"/>
                </a:solidFill>
                <a:latin typeface="Segoe UI"/>
                <a:ea typeface="Segoe UI"/>
                <a:cs typeface="Segoe UI"/>
              </a:defRPr>
            </a:lvl6pPr>
            <a:lvl7pPr algn="l">
              <a:defRPr sz="1575" b="0">
                <a:solidFill>
                  <a:srgbClr val="6DE0CE"/>
                </a:solidFill>
                <a:latin typeface="Segoe UI"/>
                <a:ea typeface="Segoe UI"/>
                <a:cs typeface="Segoe UI"/>
              </a:defRPr>
            </a:lvl7pPr>
            <a:lvl8pPr algn="l">
              <a:defRPr sz="1575" b="0">
                <a:solidFill>
                  <a:srgbClr val="6DE0CE"/>
                </a:solidFill>
                <a:latin typeface="Segoe UI"/>
                <a:ea typeface="Segoe UI"/>
                <a:cs typeface="Segoe UI"/>
              </a:defRPr>
            </a:lvl8pPr>
            <a:lvl9pPr algn="l">
              <a:defRPr sz="1575" b="0">
                <a:solidFill>
                  <a:srgbClr val="6DE0CE"/>
                </a:solidFill>
                <a:latin typeface="Segoe UI"/>
                <a:ea typeface="Segoe UI"/>
                <a:cs typeface="Segoe UI"/>
              </a:defRPr>
            </a:lvl9pPr>
          </a:lstStyle>
          <a:p xmlns:a="http://schemas.openxmlformats.org/drawingml/2006/main">
            <a:pPr algn="l">
              <a:defRPr sz="1575" b="0">
                <a:solidFill>
                  <a:srgbClr val="6DE0CE"/>
                </a:solidFill>
                <a:latin typeface="Segoe UI"/>
                <a:ea typeface="Segoe UI"/>
                <a:cs typeface="Segoe UI"/>
              </a:defRPr>
            </a:pPr>
            <a:r>
              <a:rPr sz="1575" b="0">
                <a:solidFill>
                  <a:srgbClr val="6DE0CE"/>
                </a:solidFill>
                <a:latin typeface="Segoe UI"/>
                <a:ea typeface="Segoe UI"/>
                <a:cs typeface="Segoe UI"/>
              </a:rPr>
              <a:t>Validation: 9 regression cases cover timing, controller actions, and check expectations.</a:t>
            </a:r>
          </a:p>
        </p:txBody>
      </p:sp>
    </p:spTree>
    <p:extLst>
      <p:ext uri="{BB962C8B-B14F-4D97-AF65-F5344CB8AC3E}">
        <p14:creationId xmlns:p14="http://schemas.microsoft.com/office/powerpoint/2010/main" val="1463177784"/>
      </p:ext>
    </p:extLst>
  </p:cSld>
</p:sld>
</file>

<file path=ppt/slides/slide6.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21" name="text-132">
            <a:extLst xmlns:a="http://schemas.openxmlformats.org/drawingml/2006/main">
              <a:ext uri="{FF2B5EF4-FFF2-40B4-BE49-F238E27FC236}">
                <a16:creationId xmlns:a16="http://schemas.microsoft.com/office/drawing/2014/main" id="{79D0FF57-AF7D-42F0-AF3E-123B03F93CCC}"/>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Human authority and truthful evidence</a:t>
            </a:r>
          </a:p>
        </p:txBody>
      </p:sp>
      <p:sp>
        <p:nvSpPr>
          <p:cNvPr id="2" name="shape-133">
            <a:extLst xmlns:a="http://schemas.openxmlformats.org/drawingml/2006/main">
              <a:ext uri="{FF2B5EF4-FFF2-40B4-BE49-F238E27FC236}">
                <a16:creationId xmlns:a16="http://schemas.microsoft.com/office/drawing/2014/main" id="{A7FE86CC-4F86-4148-9645-F1A86D422F6F}"/>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134">
            <a:extLst xmlns:a="http://schemas.openxmlformats.org/drawingml/2006/main">
              <a:ext uri="{FF2B5EF4-FFF2-40B4-BE49-F238E27FC236}">
                <a16:creationId xmlns:a16="http://schemas.microsoft.com/office/drawing/2014/main" id="{C3A475E3-9BAE-404D-9B87-11DBD9E3B7B4}"/>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135">
            <a:extLst xmlns:a="http://schemas.openxmlformats.org/drawingml/2006/main">
              <a:ext uri="{FF2B5EF4-FFF2-40B4-BE49-F238E27FC236}">
                <a16:creationId xmlns:a16="http://schemas.microsoft.com/office/drawing/2014/main" id="{72623C7E-4ECA-4D06-99F3-094E1D235FB5}"/>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06 / 08</a:t>
            </a:r>
          </a:p>
        </p:txBody>
      </p:sp>
      <p:sp>
        <p:nvSpPr>
          <p:cNvPr id="5" name="text-136">
            <a:extLst xmlns:a="http://schemas.openxmlformats.org/drawingml/2006/main">
              <a:ext uri="{FF2B5EF4-FFF2-40B4-BE49-F238E27FC236}">
                <a16:creationId xmlns:a16="http://schemas.microsoft.com/office/drawing/2014/main" id="{71AC4304-F3BE-4FAC-A2F5-E4E4B6F753FE}"/>
              </a:ext>
            </a:extLst>
          </p:cNvPr>
          <p:cNvSpPr>
            <a:spLocks xmlns:a="http://schemas.openxmlformats.org/drawingml/2006/main" noGrp="1"/>
          </p:cNvSpPr>
          <p:nvPr/>
        </p:nvSpPr>
        <p:spPr>
          <a:xfrm xmlns:a="http://schemas.openxmlformats.org/drawingml/2006/main">
            <a:off x="609600" y="17811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1C27B"/>
                </a:solidFill>
                <a:latin typeface="Segoe UI"/>
                <a:ea typeface="Segoe UI"/>
                <a:cs typeface="Segoe UI"/>
              </a:defRPr>
            </a:defPPr>
            <a:lvl1pPr algn="l">
              <a:defRPr sz="1350" b="1">
                <a:solidFill>
                  <a:srgbClr val="F1C27B"/>
                </a:solidFill>
                <a:latin typeface="Segoe UI"/>
                <a:ea typeface="Segoe UI"/>
                <a:cs typeface="Segoe UI"/>
              </a:defRPr>
            </a:lvl1pPr>
            <a:lvl2pPr algn="l">
              <a:defRPr sz="1350" b="1">
                <a:solidFill>
                  <a:srgbClr val="F1C27B"/>
                </a:solidFill>
                <a:latin typeface="Segoe UI"/>
                <a:ea typeface="Segoe UI"/>
                <a:cs typeface="Segoe UI"/>
              </a:defRPr>
            </a:lvl2pPr>
            <a:lvl3pPr algn="l">
              <a:defRPr sz="1350" b="1">
                <a:solidFill>
                  <a:srgbClr val="F1C27B"/>
                </a:solidFill>
                <a:latin typeface="Segoe UI"/>
                <a:ea typeface="Segoe UI"/>
                <a:cs typeface="Segoe UI"/>
              </a:defRPr>
            </a:lvl3pPr>
            <a:lvl4pPr algn="l">
              <a:defRPr sz="1350" b="1">
                <a:solidFill>
                  <a:srgbClr val="F1C27B"/>
                </a:solidFill>
                <a:latin typeface="Segoe UI"/>
                <a:ea typeface="Segoe UI"/>
                <a:cs typeface="Segoe UI"/>
              </a:defRPr>
            </a:lvl4pPr>
            <a:lvl5pPr algn="l">
              <a:defRPr sz="1350" b="1">
                <a:solidFill>
                  <a:srgbClr val="F1C27B"/>
                </a:solidFill>
                <a:latin typeface="Segoe UI"/>
                <a:ea typeface="Segoe UI"/>
                <a:cs typeface="Segoe UI"/>
              </a:defRPr>
            </a:lvl5pPr>
            <a:lvl6pPr algn="l">
              <a:defRPr sz="1350" b="1">
                <a:solidFill>
                  <a:srgbClr val="F1C27B"/>
                </a:solidFill>
                <a:latin typeface="Segoe UI"/>
                <a:ea typeface="Segoe UI"/>
                <a:cs typeface="Segoe UI"/>
              </a:defRPr>
            </a:lvl6pPr>
            <a:lvl7pPr algn="l">
              <a:defRPr sz="1350" b="1">
                <a:solidFill>
                  <a:srgbClr val="F1C27B"/>
                </a:solidFill>
                <a:latin typeface="Segoe UI"/>
                <a:ea typeface="Segoe UI"/>
                <a:cs typeface="Segoe UI"/>
              </a:defRPr>
            </a:lvl7pPr>
            <a:lvl8pPr algn="l">
              <a:defRPr sz="1350" b="1">
                <a:solidFill>
                  <a:srgbClr val="F1C27B"/>
                </a:solidFill>
                <a:latin typeface="Segoe UI"/>
                <a:ea typeface="Segoe UI"/>
                <a:cs typeface="Segoe UI"/>
              </a:defRPr>
            </a:lvl8pPr>
            <a:lvl9pPr algn="l">
              <a:defRPr sz="1350" b="1">
                <a:solidFill>
                  <a:srgbClr val="F1C27B"/>
                </a:solidFill>
                <a:latin typeface="Segoe UI"/>
                <a:ea typeface="Segoe UI"/>
                <a:cs typeface="Segoe UI"/>
              </a:defRPr>
            </a:lvl9pPr>
          </a:lstStyle>
          <a:p xmlns:a="http://schemas.openxmlformats.org/drawingml/2006/main">
            <a:pPr algn="l">
              <a:defRPr sz="1350" b="1">
                <a:solidFill>
                  <a:srgbClr val="F1C27B"/>
                </a:solidFill>
                <a:latin typeface="Segoe UI"/>
                <a:ea typeface="Segoe UI"/>
                <a:cs typeface="Segoe UI"/>
              </a:defRPr>
            </a:pPr>
            <a:r>
              <a:rPr sz="1350" b="1">
                <a:solidFill>
                  <a:srgbClr val="F1C27B"/>
                </a:solidFill>
                <a:latin typeface="Segoe UI"/>
                <a:ea typeface="Segoe UI"/>
                <a:cs typeface="Segoe UI"/>
              </a:rPr>
              <a:t>01</a:t>
            </a:r>
          </a:p>
        </p:txBody>
      </p:sp>
      <p:sp>
        <p:nvSpPr>
          <p:cNvPr id="6" name="text-137">
            <a:extLst xmlns:a="http://schemas.openxmlformats.org/drawingml/2006/main">
              <a:ext uri="{FF2B5EF4-FFF2-40B4-BE49-F238E27FC236}">
                <a16:creationId xmlns:a16="http://schemas.microsoft.com/office/drawing/2014/main" id="{464D14D7-B900-4828-996A-108867A677BF}"/>
              </a:ext>
            </a:extLst>
          </p:cNvPr>
          <p:cNvSpPr>
            <a:spLocks xmlns:a="http://schemas.openxmlformats.org/drawingml/2006/main" noGrp="1"/>
          </p:cNvSpPr>
          <p:nvPr/>
        </p:nvSpPr>
        <p:spPr>
          <a:xfrm xmlns:a="http://schemas.openxmlformats.org/drawingml/2006/main">
            <a:off x="609600" y="2181225"/>
            <a:ext cx="339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F2F6F8"/>
                </a:solidFill>
                <a:latin typeface="Segoe UI"/>
                <a:ea typeface="Segoe UI"/>
                <a:cs typeface="Segoe UI"/>
              </a:defRPr>
            </a:defPPr>
            <a:lvl1pPr algn="l">
              <a:defRPr sz="2475" b="1">
                <a:solidFill>
                  <a:srgbClr val="F2F6F8"/>
                </a:solidFill>
                <a:latin typeface="Segoe UI"/>
                <a:ea typeface="Segoe UI"/>
                <a:cs typeface="Segoe UI"/>
              </a:defRPr>
            </a:lvl1pPr>
            <a:lvl2pPr algn="l">
              <a:defRPr sz="2475" b="1">
                <a:solidFill>
                  <a:srgbClr val="F2F6F8"/>
                </a:solidFill>
                <a:latin typeface="Segoe UI"/>
                <a:ea typeface="Segoe UI"/>
                <a:cs typeface="Segoe UI"/>
              </a:defRPr>
            </a:lvl2pPr>
            <a:lvl3pPr algn="l">
              <a:defRPr sz="2475" b="1">
                <a:solidFill>
                  <a:srgbClr val="F2F6F8"/>
                </a:solidFill>
                <a:latin typeface="Segoe UI"/>
                <a:ea typeface="Segoe UI"/>
                <a:cs typeface="Segoe UI"/>
              </a:defRPr>
            </a:lvl3pPr>
            <a:lvl4pPr algn="l">
              <a:defRPr sz="2475" b="1">
                <a:solidFill>
                  <a:srgbClr val="F2F6F8"/>
                </a:solidFill>
                <a:latin typeface="Segoe UI"/>
                <a:ea typeface="Segoe UI"/>
                <a:cs typeface="Segoe UI"/>
              </a:defRPr>
            </a:lvl4pPr>
            <a:lvl5pPr algn="l">
              <a:defRPr sz="2475" b="1">
                <a:solidFill>
                  <a:srgbClr val="F2F6F8"/>
                </a:solidFill>
                <a:latin typeface="Segoe UI"/>
                <a:ea typeface="Segoe UI"/>
                <a:cs typeface="Segoe UI"/>
              </a:defRPr>
            </a:lvl5pPr>
            <a:lvl6pPr algn="l">
              <a:defRPr sz="2475" b="1">
                <a:solidFill>
                  <a:srgbClr val="F2F6F8"/>
                </a:solidFill>
                <a:latin typeface="Segoe UI"/>
                <a:ea typeface="Segoe UI"/>
                <a:cs typeface="Segoe UI"/>
              </a:defRPr>
            </a:lvl6pPr>
            <a:lvl7pPr algn="l">
              <a:defRPr sz="2475" b="1">
                <a:solidFill>
                  <a:srgbClr val="F2F6F8"/>
                </a:solidFill>
                <a:latin typeface="Segoe UI"/>
                <a:ea typeface="Segoe UI"/>
                <a:cs typeface="Segoe UI"/>
              </a:defRPr>
            </a:lvl7pPr>
            <a:lvl8pPr algn="l">
              <a:defRPr sz="2475" b="1">
                <a:solidFill>
                  <a:srgbClr val="F2F6F8"/>
                </a:solidFill>
                <a:latin typeface="Segoe UI"/>
                <a:ea typeface="Segoe UI"/>
                <a:cs typeface="Segoe UI"/>
              </a:defRPr>
            </a:lvl8pPr>
            <a:lvl9pPr algn="l">
              <a:defRPr sz="2475" b="1">
                <a:solidFill>
                  <a:srgbClr val="F2F6F8"/>
                </a:solidFill>
                <a:latin typeface="Segoe UI"/>
                <a:ea typeface="Segoe UI"/>
                <a:cs typeface="Segoe UI"/>
              </a:defRPr>
            </a:lvl9pPr>
          </a:lstStyle>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Authorize dispatch</a:t>
            </a:r>
          </a:p>
        </p:txBody>
      </p:sp>
      <p:sp>
        <p:nvSpPr>
          <p:cNvPr id="7" name="text-138">
            <a:extLst xmlns:a="http://schemas.openxmlformats.org/drawingml/2006/main">
              <a:ext uri="{FF2B5EF4-FFF2-40B4-BE49-F238E27FC236}">
                <a16:creationId xmlns:a16="http://schemas.microsoft.com/office/drawing/2014/main" id="{48F3EAA4-3A13-4D52-AEB3-7CE3E973548C}"/>
              </a:ext>
            </a:extLst>
          </p:cNvPr>
          <p:cNvSpPr>
            <a:spLocks xmlns:a="http://schemas.openxmlformats.org/drawingml/2006/main" noGrp="1"/>
          </p:cNvSpPr>
          <p:nvPr/>
        </p:nvSpPr>
        <p:spPr>
          <a:xfrm xmlns:a="http://schemas.openxmlformats.org/drawingml/2006/main">
            <a:off x="609600" y="3209925"/>
            <a:ext cx="33909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BBC9D1"/>
                </a:solidFill>
                <a:latin typeface="Segoe UI"/>
                <a:ea typeface="Segoe UI"/>
                <a:cs typeface="Segoe UI"/>
              </a:defRPr>
            </a:defPPr>
            <a:lvl1pPr algn="l">
              <a:defRPr sz="1950" b="0">
                <a:solidFill>
                  <a:srgbClr val="BBC9D1"/>
                </a:solidFill>
                <a:latin typeface="Segoe UI"/>
                <a:ea typeface="Segoe UI"/>
                <a:cs typeface="Segoe UI"/>
              </a:defRPr>
            </a:lvl1pPr>
            <a:lvl2pPr algn="l">
              <a:defRPr sz="1950" b="0">
                <a:solidFill>
                  <a:srgbClr val="BBC9D1"/>
                </a:solidFill>
                <a:latin typeface="Segoe UI"/>
                <a:ea typeface="Segoe UI"/>
                <a:cs typeface="Segoe UI"/>
              </a:defRPr>
            </a:lvl2pPr>
            <a:lvl3pPr algn="l">
              <a:defRPr sz="1950" b="0">
                <a:solidFill>
                  <a:srgbClr val="BBC9D1"/>
                </a:solidFill>
                <a:latin typeface="Segoe UI"/>
                <a:ea typeface="Segoe UI"/>
                <a:cs typeface="Segoe UI"/>
              </a:defRPr>
            </a:lvl3pPr>
            <a:lvl4pPr algn="l">
              <a:defRPr sz="1950" b="0">
                <a:solidFill>
                  <a:srgbClr val="BBC9D1"/>
                </a:solidFill>
                <a:latin typeface="Segoe UI"/>
                <a:ea typeface="Segoe UI"/>
                <a:cs typeface="Segoe UI"/>
              </a:defRPr>
            </a:lvl4pPr>
            <a:lvl5pPr algn="l">
              <a:defRPr sz="1950" b="0">
                <a:solidFill>
                  <a:srgbClr val="BBC9D1"/>
                </a:solidFill>
                <a:latin typeface="Segoe UI"/>
                <a:ea typeface="Segoe UI"/>
                <a:cs typeface="Segoe UI"/>
              </a:defRPr>
            </a:lvl5pPr>
            <a:lvl6pPr algn="l">
              <a:defRPr sz="1950" b="0">
                <a:solidFill>
                  <a:srgbClr val="BBC9D1"/>
                </a:solidFill>
                <a:latin typeface="Segoe UI"/>
                <a:ea typeface="Segoe UI"/>
                <a:cs typeface="Segoe UI"/>
              </a:defRPr>
            </a:lvl6pPr>
            <a:lvl7pPr algn="l">
              <a:defRPr sz="1950" b="0">
                <a:solidFill>
                  <a:srgbClr val="BBC9D1"/>
                </a:solidFill>
                <a:latin typeface="Segoe UI"/>
                <a:ea typeface="Segoe UI"/>
                <a:cs typeface="Segoe UI"/>
              </a:defRPr>
            </a:lvl7pPr>
            <a:lvl8pPr algn="l">
              <a:defRPr sz="1950" b="0">
                <a:solidFill>
                  <a:srgbClr val="BBC9D1"/>
                </a:solidFill>
                <a:latin typeface="Segoe UI"/>
                <a:ea typeface="Segoe UI"/>
                <a:cs typeface="Segoe UI"/>
              </a:defRPr>
            </a:lvl8pPr>
            <a:lvl9pPr algn="l">
              <a:defRPr sz="1950" b="0">
                <a:solidFill>
                  <a:srgbClr val="BBC9D1"/>
                </a:solidFill>
                <a:latin typeface="Segoe UI"/>
                <a:ea typeface="Segoe UI"/>
                <a:cs typeface="Segoe UI"/>
              </a:defRPr>
            </a:lvl9pPr>
          </a:lstStyle>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Fresh START challenge</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Publish start record</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Bind the clean baseline</a:t>
            </a:r>
          </a:p>
        </p:txBody>
      </p:sp>
      <p:sp>
        <p:nvSpPr>
          <p:cNvPr id="8" name="text-139">
            <a:extLst xmlns:a="http://schemas.openxmlformats.org/drawingml/2006/main">
              <a:ext uri="{FF2B5EF4-FFF2-40B4-BE49-F238E27FC236}">
                <a16:creationId xmlns:a16="http://schemas.microsoft.com/office/drawing/2014/main" id="{73663D15-5D65-4243-AD62-77FD7328254B}"/>
              </a:ext>
            </a:extLst>
          </p:cNvPr>
          <p:cNvSpPr>
            <a:spLocks xmlns:a="http://schemas.openxmlformats.org/drawingml/2006/main" noGrp="1"/>
          </p:cNvSpPr>
          <p:nvPr/>
        </p:nvSpPr>
        <p:spPr>
          <a:xfrm xmlns:a="http://schemas.openxmlformats.org/drawingml/2006/main">
            <a:off x="4400550" y="17811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1C27B"/>
                </a:solidFill>
                <a:latin typeface="Segoe UI"/>
                <a:ea typeface="Segoe UI"/>
                <a:cs typeface="Segoe UI"/>
              </a:defRPr>
            </a:defPPr>
            <a:lvl1pPr algn="l">
              <a:defRPr sz="1350" b="1">
                <a:solidFill>
                  <a:srgbClr val="F1C27B"/>
                </a:solidFill>
                <a:latin typeface="Segoe UI"/>
                <a:ea typeface="Segoe UI"/>
                <a:cs typeface="Segoe UI"/>
              </a:defRPr>
            </a:lvl1pPr>
            <a:lvl2pPr algn="l">
              <a:defRPr sz="1350" b="1">
                <a:solidFill>
                  <a:srgbClr val="F1C27B"/>
                </a:solidFill>
                <a:latin typeface="Segoe UI"/>
                <a:ea typeface="Segoe UI"/>
                <a:cs typeface="Segoe UI"/>
              </a:defRPr>
            </a:lvl2pPr>
            <a:lvl3pPr algn="l">
              <a:defRPr sz="1350" b="1">
                <a:solidFill>
                  <a:srgbClr val="F1C27B"/>
                </a:solidFill>
                <a:latin typeface="Segoe UI"/>
                <a:ea typeface="Segoe UI"/>
                <a:cs typeface="Segoe UI"/>
              </a:defRPr>
            </a:lvl3pPr>
            <a:lvl4pPr algn="l">
              <a:defRPr sz="1350" b="1">
                <a:solidFill>
                  <a:srgbClr val="F1C27B"/>
                </a:solidFill>
                <a:latin typeface="Segoe UI"/>
                <a:ea typeface="Segoe UI"/>
                <a:cs typeface="Segoe UI"/>
              </a:defRPr>
            </a:lvl4pPr>
            <a:lvl5pPr algn="l">
              <a:defRPr sz="1350" b="1">
                <a:solidFill>
                  <a:srgbClr val="F1C27B"/>
                </a:solidFill>
                <a:latin typeface="Segoe UI"/>
                <a:ea typeface="Segoe UI"/>
                <a:cs typeface="Segoe UI"/>
              </a:defRPr>
            </a:lvl5pPr>
            <a:lvl6pPr algn="l">
              <a:defRPr sz="1350" b="1">
                <a:solidFill>
                  <a:srgbClr val="F1C27B"/>
                </a:solidFill>
                <a:latin typeface="Segoe UI"/>
                <a:ea typeface="Segoe UI"/>
                <a:cs typeface="Segoe UI"/>
              </a:defRPr>
            </a:lvl6pPr>
            <a:lvl7pPr algn="l">
              <a:defRPr sz="1350" b="1">
                <a:solidFill>
                  <a:srgbClr val="F1C27B"/>
                </a:solidFill>
                <a:latin typeface="Segoe UI"/>
                <a:ea typeface="Segoe UI"/>
                <a:cs typeface="Segoe UI"/>
              </a:defRPr>
            </a:lvl7pPr>
            <a:lvl8pPr algn="l">
              <a:defRPr sz="1350" b="1">
                <a:solidFill>
                  <a:srgbClr val="F1C27B"/>
                </a:solidFill>
                <a:latin typeface="Segoe UI"/>
                <a:ea typeface="Segoe UI"/>
                <a:cs typeface="Segoe UI"/>
              </a:defRPr>
            </a:lvl8pPr>
            <a:lvl9pPr algn="l">
              <a:defRPr sz="1350" b="1">
                <a:solidFill>
                  <a:srgbClr val="F1C27B"/>
                </a:solidFill>
                <a:latin typeface="Segoe UI"/>
                <a:ea typeface="Segoe UI"/>
                <a:cs typeface="Segoe UI"/>
              </a:defRPr>
            </a:lvl9pPr>
          </a:lstStyle>
          <a:p xmlns:a="http://schemas.openxmlformats.org/drawingml/2006/main">
            <a:pPr algn="l">
              <a:defRPr sz="1350" b="1">
                <a:solidFill>
                  <a:srgbClr val="F1C27B"/>
                </a:solidFill>
                <a:latin typeface="Segoe UI"/>
                <a:ea typeface="Segoe UI"/>
                <a:cs typeface="Segoe UI"/>
              </a:defRPr>
            </a:pPr>
            <a:r>
              <a:rPr sz="1350" b="1">
                <a:solidFill>
                  <a:srgbClr val="F1C27B"/>
                </a:solidFill>
                <a:latin typeface="Segoe UI"/>
                <a:ea typeface="Segoe UI"/>
                <a:cs typeface="Segoe UI"/>
              </a:rPr>
              <a:t>02</a:t>
            </a:r>
          </a:p>
        </p:txBody>
      </p:sp>
      <p:sp>
        <p:nvSpPr>
          <p:cNvPr id="9" name="text-140">
            <a:extLst xmlns:a="http://schemas.openxmlformats.org/drawingml/2006/main">
              <a:ext uri="{FF2B5EF4-FFF2-40B4-BE49-F238E27FC236}">
                <a16:creationId xmlns:a16="http://schemas.microsoft.com/office/drawing/2014/main" id="{BB98A601-67CF-4A30-BED5-9BAA08D50FDF}"/>
              </a:ext>
            </a:extLst>
          </p:cNvPr>
          <p:cNvSpPr>
            <a:spLocks xmlns:a="http://schemas.openxmlformats.org/drawingml/2006/main" noGrp="1"/>
          </p:cNvSpPr>
          <p:nvPr/>
        </p:nvSpPr>
        <p:spPr>
          <a:xfrm xmlns:a="http://schemas.openxmlformats.org/drawingml/2006/main">
            <a:off x="4400550" y="2181225"/>
            <a:ext cx="339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F2F6F8"/>
                </a:solidFill>
                <a:latin typeface="Segoe UI"/>
                <a:ea typeface="Segoe UI"/>
                <a:cs typeface="Segoe UI"/>
              </a:defRPr>
            </a:defPPr>
            <a:lvl1pPr algn="l">
              <a:defRPr sz="2475" b="1">
                <a:solidFill>
                  <a:srgbClr val="F2F6F8"/>
                </a:solidFill>
                <a:latin typeface="Segoe UI"/>
                <a:ea typeface="Segoe UI"/>
                <a:cs typeface="Segoe UI"/>
              </a:defRPr>
            </a:lvl1pPr>
            <a:lvl2pPr algn="l">
              <a:defRPr sz="2475" b="1">
                <a:solidFill>
                  <a:srgbClr val="F2F6F8"/>
                </a:solidFill>
                <a:latin typeface="Segoe UI"/>
                <a:ea typeface="Segoe UI"/>
                <a:cs typeface="Segoe UI"/>
              </a:defRPr>
            </a:lvl2pPr>
            <a:lvl3pPr algn="l">
              <a:defRPr sz="2475" b="1">
                <a:solidFill>
                  <a:srgbClr val="F2F6F8"/>
                </a:solidFill>
                <a:latin typeface="Segoe UI"/>
                <a:ea typeface="Segoe UI"/>
                <a:cs typeface="Segoe UI"/>
              </a:defRPr>
            </a:lvl3pPr>
            <a:lvl4pPr algn="l">
              <a:defRPr sz="2475" b="1">
                <a:solidFill>
                  <a:srgbClr val="F2F6F8"/>
                </a:solidFill>
                <a:latin typeface="Segoe UI"/>
                <a:ea typeface="Segoe UI"/>
                <a:cs typeface="Segoe UI"/>
              </a:defRPr>
            </a:lvl4pPr>
            <a:lvl5pPr algn="l">
              <a:defRPr sz="2475" b="1">
                <a:solidFill>
                  <a:srgbClr val="F2F6F8"/>
                </a:solidFill>
                <a:latin typeface="Segoe UI"/>
                <a:ea typeface="Segoe UI"/>
                <a:cs typeface="Segoe UI"/>
              </a:defRPr>
            </a:lvl5pPr>
            <a:lvl6pPr algn="l">
              <a:defRPr sz="2475" b="1">
                <a:solidFill>
                  <a:srgbClr val="F2F6F8"/>
                </a:solidFill>
                <a:latin typeface="Segoe UI"/>
                <a:ea typeface="Segoe UI"/>
                <a:cs typeface="Segoe UI"/>
              </a:defRPr>
            </a:lvl6pPr>
            <a:lvl7pPr algn="l">
              <a:defRPr sz="2475" b="1">
                <a:solidFill>
                  <a:srgbClr val="F2F6F8"/>
                </a:solidFill>
                <a:latin typeface="Segoe UI"/>
                <a:ea typeface="Segoe UI"/>
                <a:cs typeface="Segoe UI"/>
              </a:defRPr>
            </a:lvl7pPr>
            <a:lvl8pPr algn="l">
              <a:defRPr sz="2475" b="1">
                <a:solidFill>
                  <a:srgbClr val="F2F6F8"/>
                </a:solidFill>
                <a:latin typeface="Segoe UI"/>
                <a:ea typeface="Segoe UI"/>
                <a:cs typeface="Segoe UI"/>
              </a:defRPr>
            </a:lvl8pPr>
            <a:lvl9pPr algn="l">
              <a:defRPr sz="2475" b="1">
                <a:solidFill>
                  <a:srgbClr val="F2F6F8"/>
                </a:solidFill>
                <a:latin typeface="Segoe UI"/>
                <a:ea typeface="Segoe UI"/>
                <a:cs typeface="Segoe UI"/>
              </a:defRPr>
            </a:lvl9pPr>
          </a:lstStyle>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Request an action</a:t>
            </a:r>
          </a:p>
        </p:txBody>
      </p:sp>
      <p:sp>
        <p:nvSpPr>
          <p:cNvPr id="10" name="text-141">
            <a:extLst xmlns:a="http://schemas.openxmlformats.org/drawingml/2006/main">
              <a:ext uri="{FF2B5EF4-FFF2-40B4-BE49-F238E27FC236}">
                <a16:creationId xmlns:a16="http://schemas.microsoft.com/office/drawing/2014/main" id="{43E58F06-0656-4CCB-AFCC-CE6E5F86DB47}"/>
              </a:ext>
            </a:extLst>
          </p:cNvPr>
          <p:cNvSpPr>
            <a:spLocks xmlns:a="http://schemas.openxmlformats.org/drawingml/2006/main" noGrp="1"/>
          </p:cNvSpPr>
          <p:nvPr/>
        </p:nvSpPr>
        <p:spPr>
          <a:xfrm xmlns:a="http://schemas.openxmlformats.org/drawingml/2006/main">
            <a:off x="4400550" y="3209925"/>
            <a:ext cx="33909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BBC9D1"/>
                </a:solidFill>
                <a:latin typeface="Segoe UI"/>
                <a:ea typeface="Segoe UI"/>
                <a:cs typeface="Segoe UI"/>
              </a:defRPr>
            </a:defPPr>
            <a:lvl1pPr algn="l">
              <a:defRPr sz="1950" b="0">
                <a:solidFill>
                  <a:srgbClr val="BBC9D1"/>
                </a:solidFill>
                <a:latin typeface="Segoe UI"/>
                <a:ea typeface="Segoe UI"/>
                <a:cs typeface="Segoe UI"/>
              </a:defRPr>
            </a:lvl1pPr>
            <a:lvl2pPr algn="l">
              <a:defRPr sz="1950" b="0">
                <a:solidFill>
                  <a:srgbClr val="BBC9D1"/>
                </a:solidFill>
                <a:latin typeface="Segoe UI"/>
                <a:ea typeface="Segoe UI"/>
                <a:cs typeface="Segoe UI"/>
              </a:defRPr>
            </a:lvl2pPr>
            <a:lvl3pPr algn="l">
              <a:defRPr sz="1950" b="0">
                <a:solidFill>
                  <a:srgbClr val="BBC9D1"/>
                </a:solidFill>
                <a:latin typeface="Segoe UI"/>
                <a:ea typeface="Segoe UI"/>
                <a:cs typeface="Segoe UI"/>
              </a:defRPr>
            </a:lvl3pPr>
            <a:lvl4pPr algn="l">
              <a:defRPr sz="1950" b="0">
                <a:solidFill>
                  <a:srgbClr val="BBC9D1"/>
                </a:solidFill>
                <a:latin typeface="Segoe UI"/>
                <a:ea typeface="Segoe UI"/>
                <a:cs typeface="Segoe UI"/>
              </a:defRPr>
            </a:lvl4pPr>
            <a:lvl5pPr algn="l">
              <a:defRPr sz="1950" b="0">
                <a:solidFill>
                  <a:srgbClr val="BBC9D1"/>
                </a:solidFill>
                <a:latin typeface="Segoe UI"/>
                <a:ea typeface="Segoe UI"/>
                <a:cs typeface="Segoe UI"/>
              </a:defRPr>
            </a:lvl5pPr>
            <a:lvl6pPr algn="l">
              <a:defRPr sz="1950" b="0">
                <a:solidFill>
                  <a:srgbClr val="BBC9D1"/>
                </a:solidFill>
                <a:latin typeface="Segoe UI"/>
                <a:ea typeface="Segoe UI"/>
                <a:cs typeface="Segoe UI"/>
              </a:defRPr>
            </a:lvl6pPr>
            <a:lvl7pPr algn="l">
              <a:defRPr sz="1950" b="0">
                <a:solidFill>
                  <a:srgbClr val="BBC9D1"/>
                </a:solidFill>
                <a:latin typeface="Segoe UI"/>
                <a:ea typeface="Segoe UI"/>
                <a:cs typeface="Segoe UI"/>
              </a:defRPr>
            </a:lvl7pPr>
            <a:lvl8pPr algn="l">
              <a:defRPr sz="1950" b="0">
                <a:solidFill>
                  <a:srgbClr val="BBC9D1"/>
                </a:solidFill>
                <a:latin typeface="Segoe UI"/>
                <a:ea typeface="Segoe UI"/>
                <a:cs typeface="Segoe UI"/>
              </a:defRPr>
            </a:lvl8pPr>
            <a:lvl9pPr algn="l">
              <a:defRPr sz="1950" b="0">
                <a:solidFill>
                  <a:srgbClr val="BBC9D1"/>
                </a:solidFill>
                <a:latin typeface="Segoe UI"/>
                <a:ea typeface="Segoe UI"/>
                <a:cs typeface="Segoe UI"/>
              </a:defRPr>
            </a:lvl9pPr>
          </a:lstStyle>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ACCEPT or REMEDIATE:</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fresh challenge + rationale</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STOP: rationale</a:t>
            </a:r>
          </a:p>
        </p:txBody>
      </p:sp>
      <p:sp>
        <p:nvSpPr>
          <p:cNvPr id="11" name="text-142">
            <a:extLst xmlns:a="http://schemas.openxmlformats.org/drawingml/2006/main">
              <a:ext uri="{FF2B5EF4-FFF2-40B4-BE49-F238E27FC236}">
                <a16:creationId xmlns:a16="http://schemas.microsoft.com/office/drawing/2014/main" id="{9F007E4F-96FD-4D2D-BECD-E17F1BD66E7E}"/>
              </a:ext>
            </a:extLst>
          </p:cNvPr>
          <p:cNvSpPr>
            <a:spLocks xmlns:a="http://schemas.openxmlformats.org/drawingml/2006/main" noGrp="1"/>
          </p:cNvSpPr>
          <p:nvPr/>
        </p:nvSpPr>
        <p:spPr>
          <a:xfrm xmlns:a="http://schemas.openxmlformats.org/drawingml/2006/main">
            <a:off x="8191500" y="17811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1C27B"/>
                </a:solidFill>
                <a:latin typeface="Segoe UI"/>
                <a:ea typeface="Segoe UI"/>
                <a:cs typeface="Segoe UI"/>
              </a:defRPr>
            </a:defPPr>
            <a:lvl1pPr algn="l">
              <a:defRPr sz="1350" b="1">
                <a:solidFill>
                  <a:srgbClr val="F1C27B"/>
                </a:solidFill>
                <a:latin typeface="Segoe UI"/>
                <a:ea typeface="Segoe UI"/>
                <a:cs typeface="Segoe UI"/>
              </a:defRPr>
            </a:lvl1pPr>
            <a:lvl2pPr algn="l">
              <a:defRPr sz="1350" b="1">
                <a:solidFill>
                  <a:srgbClr val="F1C27B"/>
                </a:solidFill>
                <a:latin typeface="Segoe UI"/>
                <a:ea typeface="Segoe UI"/>
                <a:cs typeface="Segoe UI"/>
              </a:defRPr>
            </a:lvl2pPr>
            <a:lvl3pPr algn="l">
              <a:defRPr sz="1350" b="1">
                <a:solidFill>
                  <a:srgbClr val="F1C27B"/>
                </a:solidFill>
                <a:latin typeface="Segoe UI"/>
                <a:ea typeface="Segoe UI"/>
                <a:cs typeface="Segoe UI"/>
              </a:defRPr>
            </a:lvl3pPr>
            <a:lvl4pPr algn="l">
              <a:defRPr sz="1350" b="1">
                <a:solidFill>
                  <a:srgbClr val="F1C27B"/>
                </a:solidFill>
                <a:latin typeface="Segoe UI"/>
                <a:ea typeface="Segoe UI"/>
                <a:cs typeface="Segoe UI"/>
              </a:defRPr>
            </a:lvl4pPr>
            <a:lvl5pPr algn="l">
              <a:defRPr sz="1350" b="1">
                <a:solidFill>
                  <a:srgbClr val="F1C27B"/>
                </a:solidFill>
                <a:latin typeface="Segoe UI"/>
                <a:ea typeface="Segoe UI"/>
                <a:cs typeface="Segoe UI"/>
              </a:defRPr>
            </a:lvl5pPr>
            <a:lvl6pPr algn="l">
              <a:defRPr sz="1350" b="1">
                <a:solidFill>
                  <a:srgbClr val="F1C27B"/>
                </a:solidFill>
                <a:latin typeface="Segoe UI"/>
                <a:ea typeface="Segoe UI"/>
                <a:cs typeface="Segoe UI"/>
              </a:defRPr>
            </a:lvl6pPr>
            <a:lvl7pPr algn="l">
              <a:defRPr sz="1350" b="1">
                <a:solidFill>
                  <a:srgbClr val="F1C27B"/>
                </a:solidFill>
                <a:latin typeface="Segoe UI"/>
                <a:ea typeface="Segoe UI"/>
                <a:cs typeface="Segoe UI"/>
              </a:defRPr>
            </a:lvl7pPr>
            <a:lvl8pPr algn="l">
              <a:defRPr sz="1350" b="1">
                <a:solidFill>
                  <a:srgbClr val="F1C27B"/>
                </a:solidFill>
                <a:latin typeface="Segoe UI"/>
                <a:ea typeface="Segoe UI"/>
                <a:cs typeface="Segoe UI"/>
              </a:defRPr>
            </a:lvl8pPr>
            <a:lvl9pPr algn="l">
              <a:defRPr sz="1350" b="1">
                <a:solidFill>
                  <a:srgbClr val="F1C27B"/>
                </a:solidFill>
                <a:latin typeface="Segoe UI"/>
                <a:ea typeface="Segoe UI"/>
                <a:cs typeface="Segoe UI"/>
              </a:defRPr>
            </a:lvl9pPr>
          </a:lstStyle>
          <a:p xmlns:a="http://schemas.openxmlformats.org/drawingml/2006/main">
            <a:pPr algn="l">
              <a:defRPr sz="1350" b="1">
                <a:solidFill>
                  <a:srgbClr val="F1C27B"/>
                </a:solidFill>
                <a:latin typeface="Segoe UI"/>
                <a:ea typeface="Segoe UI"/>
                <a:cs typeface="Segoe UI"/>
              </a:defRPr>
            </a:pPr>
            <a:r>
              <a:rPr sz="1350" b="1">
                <a:solidFill>
                  <a:srgbClr val="F1C27B"/>
                </a:solidFill>
                <a:latin typeface="Segoe UI"/>
                <a:ea typeface="Segoe UI"/>
                <a:cs typeface="Segoe UI"/>
              </a:rPr>
              <a:t>03</a:t>
            </a:r>
          </a:p>
        </p:txBody>
      </p:sp>
      <p:sp>
        <p:nvSpPr>
          <p:cNvPr id="12" name="text-143">
            <a:extLst xmlns:a="http://schemas.openxmlformats.org/drawingml/2006/main">
              <a:ext uri="{FF2B5EF4-FFF2-40B4-BE49-F238E27FC236}">
                <a16:creationId xmlns:a16="http://schemas.microsoft.com/office/drawing/2014/main" id="{CF5338E8-C5A8-4B79-8266-261C7E88463B}"/>
              </a:ext>
            </a:extLst>
          </p:cNvPr>
          <p:cNvSpPr>
            <a:spLocks xmlns:a="http://schemas.openxmlformats.org/drawingml/2006/main" noGrp="1"/>
          </p:cNvSpPr>
          <p:nvPr/>
        </p:nvSpPr>
        <p:spPr>
          <a:xfrm xmlns:a="http://schemas.openxmlformats.org/drawingml/2006/main">
            <a:off x="8191500" y="2181225"/>
            <a:ext cx="339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F2F6F8"/>
                </a:solidFill>
                <a:latin typeface="Segoe UI"/>
                <a:ea typeface="Segoe UI"/>
                <a:cs typeface="Segoe UI"/>
              </a:defRPr>
            </a:defPPr>
            <a:lvl1pPr algn="l">
              <a:defRPr sz="2475" b="1">
                <a:solidFill>
                  <a:srgbClr val="F2F6F8"/>
                </a:solidFill>
                <a:latin typeface="Segoe UI"/>
                <a:ea typeface="Segoe UI"/>
                <a:cs typeface="Segoe UI"/>
              </a:defRPr>
            </a:lvl1pPr>
            <a:lvl2pPr algn="l">
              <a:defRPr sz="2475" b="1">
                <a:solidFill>
                  <a:srgbClr val="F2F6F8"/>
                </a:solidFill>
                <a:latin typeface="Segoe UI"/>
                <a:ea typeface="Segoe UI"/>
                <a:cs typeface="Segoe UI"/>
              </a:defRPr>
            </a:lvl2pPr>
            <a:lvl3pPr algn="l">
              <a:defRPr sz="2475" b="1">
                <a:solidFill>
                  <a:srgbClr val="F2F6F8"/>
                </a:solidFill>
                <a:latin typeface="Segoe UI"/>
                <a:ea typeface="Segoe UI"/>
                <a:cs typeface="Segoe UI"/>
              </a:defRPr>
            </a:lvl3pPr>
            <a:lvl4pPr algn="l">
              <a:defRPr sz="2475" b="1">
                <a:solidFill>
                  <a:srgbClr val="F2F6F8"/>
                </a:solidFill>
                <a:latin typeface="Segoe UI"/>
                <a:ea typeface="Segoe UI"/>
                <a:cs typeface="Segoe UI"/>
              </a:defRPr>
            </a:lvl4pPr>
            <a:lvl5pPr algn="l">
              <a:defRPr sz="2475" b="1">
                <a:solidFill>
                  <a:srgbClr val="F2F6F8"/>
                </a:solidFill>
                <a:latin typeface="Segoe UI"/>
                <a:ea typeface="Segoe UI"/>
                <a:cs typeface="Segoe UI"/>
              </a:defRPr>
            </a:lvl5pPr>
            <a:lvl6pPr algn="l">
              <a:defRPr sz="2475" b="1">
                <a:solidFill>
                  <a:srgbClr val="F2F6F8"/>
                </a:solidFill>
                <a:latin typeface="Segoe UI"/>
                <a:ea typeface="Segoe UI"/>
                <a:cs typeface="Segoe UI"/>
              </a:defRPr>
            </a:lvl6pPr>
            <a:lvl7pPr algn="l">
              <a:defRPr sz="2475" b="1">
                <a:solidFill>
                  <a:srgbClr val="F2F6F8"/>
                </a:solidFill>
                <a:latin typeface="Segoe UI"/>
                <a:ea typeface="Segoe UI"/>
                <a:cs typeface="Segoe UI"/>
              </a:defRPr>
            </a:lvl7pPr>
            <a:lvl8pPr algn="l">
              <a:defRPr sz="2475" b="1">
                <a:solidFill>
                  <a:srgbClr val="F2F6F8"/>
                </a:solidFill>
                <a:latin typeface="Segoe UI"/>
                <a:ea typeface="Segoe UI"/>
                <a:cs typeface="Segoe UI"/>
              </a:defRPr>
            </a:lvl8pPr>
            <a:lvl9pPr algn="l">
              <a:defRPr sz="2475" b="1">
                <a:solidFill>
                  <a:srgbClr val="F2F6F8"/>
                </a:solidFill>
                <a:latin typeface="Segoe UI"/>
                <a:ea typeface="Segoe UI"/>
                <a:cs typeface="Segoe UI"/>
              </a:defRPr>
            </a:lvl9pPr>
          </a:lstStyle>
          <a:p xmlns:a="http://schemas.openxmlformats.org/drawingml/2006/main">
            <a:pPr algn="l">
              <a:defRPr sz="2475" b="1">
                <a:solidFill>
                  <a:srgbClr val="F2F6F8"/>
                </a:solidFill>
                <a:latin typeface="Segoe UI"/>
                <a:ea typeface="Segoe UI"/>
                <a:cs typeface="Segoe UI"/>
              </a:defRPr>
            </a:pPr>
            <a:r>
              <a:rPr sz="2475" b="1">
                <a:solidFill>
                  <a:srgbClr val="F2F6F8"/>
                </a:solidFill>
                <a:latin typeface="Segoe UI"/>
                <a:ea typeface="Segoe UI"/>
                <a:cs typeface="Segoe UI"/>
              </a:rPr>
              <a:t>Record the outcome</a:t>
            </a:r>
          </a:p>
        </p:txBody>
      </p:sp>
      <p:sp>
        <p:nvSpPr>
          <p:cNvPr id="13" name="text-144">
            <a:extLst xmlns:a="http://schemas.openxmlformats.org/drawingml/2006/main">
              <a:ext uri="{FF2B5EF4-FFF2-40B4-BE49-F238E27FC236}">
                <a16:creationId xmlns:a16="http://schemas.microsoft.com/office/drawing/2014/main" id="{735445EB-D6EF-4ECA-B886-F9A463BD780F}"/>
              </a:ext>
            </a:extLst>
          </p:cNvPr>
          <p:cNvSpPr>
            <a:spLocks xmlns:a="http://schemas.openxmlformats.org/drawingml/2006/main" noGrp="1"/>
          </p:cNvSpPr>
          <p:nvPr/>
        </p:nvSpPr>
        <p:spPr>
          <a:xfrm xmlns:a="http://schemas.openxmlformats.org/drawingml/2006/main">
            <a:off x="8191500" y="3209925"/>
            <a:ext cx="33909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BBC9D1"/>
                </a:solidFill>
                <a:latin typeface="Segoe UI"/>
                <a:ea typeface="Segoe UI"/>
                <a:cs typeface="Segoe UI"/>
              </a:defRPr>
            </a:defPPr>
            <a:lvl1pPr algn="l">
              <a:defRPr sz="1950" b="0">
                <a:solidFill>
                  <a:srgbClr val="BBC9D1"/>
                </a:solidFill>
                <a:latin typeface="Segoe UI"/>
                <a:ea typeface="Segoe UI"/>
                <a:cs typeface="Segoe UI"/>
              </a:defRPr>
            </a:lvl1pPr>
            <a:lvl2pPr algn="l">
              <a:defRPr sz="1950" b="0">
                <a:solidFill>
                  <a:srgbClr val="BBC9D1"/>
                </a:solidFill>
                <a:latin typeface="Segoe UI"/>
                <a:ea typeface="Segoe UI"/>
                <a:cs typeface="Segoe UI"/>
              </a:defRPr>
            </a:lvl2pPr>
            <a:lvl3pPr algn="l">
              <a:defRPr sz="1950" b="0">
                <a:solidFill>
                  <a:srgbClr val="BBC9D1"/>
                </a:solidFill>
                <a:latin typeface="Segoe UI"/>
                <a:ea typeface="Segoe UI"/>
                <a:cs typeface="Segoe UI"/>
              </a:defRPr>
            </a:lvl3pPr>
            <a:lvl4pPr algn="l">
              <a:defRPr sz="1950" b="0">
                <a:solidFill>
                  <a:srgbClr val="BBC9D1"/>
                </a:solidFill>
                <a:latin typeface="Segoe UI"/>
                <a:ea typeface="Segoe UI"/>
                <a:cs typeface="Segoe UI"/>
              </a:defRPr>
            </a:lvl4pPr>
            <a:lvl5pPr algn="l">
              <a:defRPr sz="1950" b="0">
                <a:solidFill>
                  <a:srgbClr val="BBC9D1"/>
                </a:solidFill>
                <a:latin typeface="Segoe UI"/>
                <a:ea typeface="Segoe UI"/>
                <a:cs typeface="Segoe UI"/>
              </a:defRPr>
            </a:lvl5pPr>
            <a:lvl6pPr algn="l">
              <a:defRPr sz="1950" b="0">
                <a:solidFill>
                  <a:srgbClr val="BBC9D1"/>
                </a:solidFill>
                <a:latin typeface="Segoe UI"/>
                <a:ea typeface="Segoe UI"/>
                <a:cs typeface="Segoe UI"/>
              </a:defRPr>
            </a:lvl6pPr>
            <a:lvl7pPr algn="l">
              <a:defRPr sz="1950" b="0">
                <a:solidFill>
                  <a:srgbClr val="BBC9D1"/>
                </a:solidFill>
                <a:latin typeface="Segoe UI"/>
                <a:ea typeface="Segoe UI"/>
                <a:cs typeface="Segoe UI"/>
              </a:defRPr>
            </a:lvl7pPr>
            <a:lvl8pPr algn="l">
              <a:defRPr sz="1950" b="0">
                <a:solidFill>
                  <a:srgbClr val="BBC9D1"/>
                </a:solidFill>
                <a:latin typeface="Segoe UI"/>
                <a:ea typeface="Segoe UI"/>
                <a:cs typeface="Segoe UI"/>
              </a:defRPr>
            </a:lvl8pPr>
            <a:lvl9pPr algn="l">
              <a:defRPr sz="1950" b="0">
                <a:solidFill>
                  <a:srgbClr val="BBC9D1"/>
                </a:solidFill>
                <a:latin typeface="Segoe UI"/>
                <a:ea typeface="Segoe UI"/>
                <a:cs typeface="Segoe UI"/>
              </a:defRPr>
            </a:lvl9pPr>
          </a:lstStyle>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Publish the request</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Recheck freshness</a:t>
            </a:r>
          </a:p>
          <a:p xmlns:a="http://schemas.openxmlformats.org/drawingml/2006/main">
            <a:pPr algn="l">
              <a:defRPr sz="1950" b="0">
                <a:solidFill>
                  <a:srgbClr val="BBC9D1"/>
                </a:solidFill>
                <a:latin typeface="Segoe UI"/>
                <a:ea typeface="Segoe UI"/>
                <a:cs typeface="Segoe UI"/>
              </a:defRPr>
            </a:pPr>
            <a:r>
              <a:rPr sz="1950" b="0">
                <a:solidFill>
                  <a:srgbClr val="BBC9D1"/>
                </a:solidFill>
                <a:latin typeface="Segoe UI"/>
                <a:ea typeface="Segoe UI"/>
                <a:cs typeface="Segoe UI"/>
              </a:rPr>
              <a:t>Apply controller gates</a:t>
            </a:r>
          </a:p>
        </p:txBody>
      </p:sp>
      <p:sp>
        <p:nvSpPr>
          <p:cNvPr id="14" name="">
            <a:extLst xmlns:a="http://schemas.openxmlformats.org/drawingml/2006/main">
              <a:ext uri="{FF2B5EF4-FFF2-40B4-BE49-F238E27FC236}">
                <a16:creationId xmlns:a16="http://schemas.microsoft.com/office/drawing/2014/main" id="{733242D7-3CC7-4094-A0AA-4807DB5B849E}"/>
              </a:ext>
            </a:extLst>
          </p:cNvPr>
          <p:cNvSpPr>
            <a:spLocks xmlns:a="http://schemas.openxmlformats.org/drawingml/2006/main" noGrp="1"/>
          </p:cNvSpPr>
          <p:nvPr/>
        </p:nvSpPr>
        <p:spPr>
          <a:xfrm xmlns:a="http://schemas.openxmlformats.org/drawingml/2006/main">
            <a:off x="4095750" y="2552700"/>
            <a:ext cx="228600" cy="133350"/>
          </a:xfrm>
          <a:prstGeom xmlns:a="http://schemas.openxmlformats.org/drawingml/2006/main" prst="rightArrow">
            <a:avLst/>
          </a:prstGeom>
          <a:solidFill xmlns:a="http://schemas.openxmlformats.org/drawingml/2006/main">
            <a:srgbClr val="F1C2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6962EFB-DBBF-4575-BFA6-9F0DFD3F9865}"/>
              </a:ext>
            </a:extLst>
          </p:cNvPr>
          <p:cNvSpPr>
            <a:spLocks xmlns:a="http://schemas.openxmlformats.org/drawingml/2006/main" noGrp="1"/>
          </p:cNvSpPr>
          <p:nvPr/>
        </p:nvSpPr>
        <p:spPr>
          <a:xfrm xmlns:a="http://schemas.openxmlformats.org/drawingml/2006/main">
            <a:off x="7886700" y="2552700"/>
            <a:ext cx="228600" cy="133350"/>
          </a:xfrm>
          <a:prstGeom xmlns:a="http://schemas.openxmlformats.org/drawingml/2006/main" prst="rightArrow">
            <a:avLst/>
          </a:prstGeom>
          <a:solidFill xmlns:a="http://schemas.openxmlformats.org/drawingml/2006/main">
            <a:srgbClr val="F1C27B"/>
          </a:solidFill>
          <a:ln xmlns:a="http://schemas.openxmlformats.org/drawingml/2006/main" w="0">
            <a:noFill/>
          </a:ln>
        </p:spPr>
      </p:sp>
      <p:sp>
        <p:nvSpPr>
          <p:cNvPr id="16" name="shape-145">
            <a:extLst xmlns:a="http://schemas.openxmlformats.org/drawingml/2006/main">
              <a:ext uri="{FF2B5EF4-FFF2-40B4-BE49-F238E27FC236}">
                <a16:creationId xmlns:a16="http://schemas.microsoft.com/office/drawing/2014/main" id="{862D23D7-51E1-4190-8330-18964B2E6B5A}"/>
              </a:ext>
            </a:extLst>
          </p:cNvPr>
          <p:cNvSpPr>
            <a:spLocks xmlns:a="http://schemas.openxmlformats.org/drawingml/2006/main" noGrp="1"/>
          </p:cNvSpPr>
          <p:nvPr/>
        </p:nvSpPr>
        <p:spPr>
          <a:xfrm xmlns:a="http://schemas.openxmlformats.org/drawingml/2006/main">
            <a:off x="609600" y="4781550"/>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17" name="text-146">
            <a:extLst xmlns:a="http://schemas.openxmlformats.org/drawingml/2006/main">
              <a:ext uri="{FF2B5EF4-FFF2-40B4-BE49-F238E27FC236}">
                <a16:creationId xmlns:a16="http://schemas.microsoft.com/office/drawing/2014/main" id="{35024014-43C9-4F0B-91D5-6208F54C30F2}"/>
              </a:ext>
            </a:extLst>
          </p:cNvPr>
          <p:cNvSpPr>
            <a:spLocks xmlns:a="http://schemas.openxmlformats.org/drawingml/2006/main" noGrp="1"/>
          </p:cNvSpPr>
          <p:nvPr/>
        </p:nvSpPr>
        <p:spPr>
          <a:xfrm xmlns:a="http://schemas.openxmlformats.org/drawingml/2006/main">
            <a:off x="609600" y="5162550"/>
            <a:ext cx="2143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975" b="1">
                <a:solidFill>
                  <a:srgbClr val="F1C27B"/>
                </a:solidFill>
                <a:latin typeface="Segoe UI"/>
                <a:ea typeface="Segoe UI"/>
                <a:cs typeface="Segoe UI"/>
              </a:defRPr>
            </a:defPPr>
            <a:lvl1pPr algn="l">
              <a:defRPr sz="3975" b="1">
                <a:solidFill>
                  <a:srgbClr val="F1C27B"/>
                </a:solidFill>
                <a:latin typeface="Segoe UI"/>
                <a:ea typeface="Segoe UI"/>
                <a:cs typeface="Segoe UI"/>
              </a:defRPr>
            </a:lvl1pPr>
            <a:lvl2pPr algn="l">
              <a:defRPr sz="3975" b="1">
                <a:solidFill>
                  <a:srgbClr val="F1C27B"/>
                </a:solidFill>
                <a:latin typeface="Segoe UI"/>
                <a:ea typeface="Segoe UI"/>
                <a:cs typeface="Segoe UI"/>
              </a:defRPr>
            </a:lvl2pPr>
            <a:lvl3pPr algn="l">
              <a:defRPr sz="3975" b="1">
                <a:solidFill>
                  <a:srgbClr val="F1C27B"/>
                </a:solidFill>
                <a:latin typeface="Segoe UI"/>
                <a:ea typeface="Segoe UI"/>
                <a:cs typeface="Segoe UI"/>
              </a:defRPr>
            </a:lvl3pPr>
            <a:lvl4pPr algn="l">
              <a:defRPr sz="3975" b="1">
                <a:solidFill>
                  <a:srgbClr val="F1C27B"/>
                </a:solidFill>
                <a:latin typeface="Segoe UI"/>
                <a:ea typeface="Segoe UI"/>
                <a:cs typeface="Segoe UI"/>
              </a:defRPr>
            </a:lvl4pPr>
            <a:lvl5pPr algn="l">
              <a:defRPr sz="3975" b="1">
                <a:solidFill>
                  <a:srgbClr val="F1C27B"/>
                </a:solidFill>
                <a:latin typeface="Segoe UI"/>
                <a:ea typeface="Segoe UI"/>
                <a:cs typeface="Segoe UI"/>
              </a:defRPr>
            </a:lvl5pPr>
            <a:lvl6pPr algn="l">
              <a:defRPr sz="3975" b="1">
                <a:solidFill>
                  <a:srgbClr val="F1C27B"/>
                </a:solidFill>
                <a:latin typeface="Segoe UI"/>
                <a:ea typeface="Segoe UI"/>
                <a:cs typeface="Segoe UI"/>
              </a:defRPr>
            </a:lvl6pPr>
            <a:lvl7pPr algn="l">
              <a:defRPr sz="3975" b="1">
                <a:solidFill>
                  <a:srgbClr val="F1C27B"/>
                </a:solidFill>
                <a:latin typeface="Segoe UI"/>
                <a:ea typeface="Segoe UI"/>
                <a:cs typeface="Segoe UI"/>
              </a:defRPr>
            </a:lvl7pPr>
            <a:lvl8pPr algn="l">
              <a:defRPr sz="3975" b="1">
                <a:solidFill>
                  <a:srgbClr val="F1C27B"/>
                </a:solidFill>
                <a:latin typeface="Segoe UI"/>
                <a:ea typeface="Segoe UI"/>
                <a:cs typeface="Segoe UI"/>
              </a:defRPr>
            </a:lvl8pPr>
            <a:lvl9pPr algn="l">
              <a:defRPr sz="3975" b="1">
                <a:solidFill>
                  <a:srgbClr val="F1C27B"/>
                </a:solidFill>
                <a:latin typeface="Segoe UI"/>
                <a:ea typeface="Segoe UI"/>
                <a:cs typeface="Segoe UI"/>
              </a:defRPr>
            </a:lvl9pPr>
          </a:lstStyle>
          <a:p xmlns:a="http://schemas.openxmlformats.org/drawingml/2006/main">
            <a:pPr algn="l">
              <a:defRPr sz="3975" b="1">
                <a:solidFill>
                  <a:srgbClr val="F1C27B"/>
                </a:solidFill>
                <a:latin typeface="Segoe UI"/>
                <a:ea typeface="Segoe UI"/>
                <a:cs typeface="Segoe UI"/>
              </a:defRPr>
            </a:pPr>
            <a:r>
              <a:rPr sz="3975" b="1">
                <a:solidFill>
                  <a:srgbClr val="F1C27B"/>
                </a:solidFill>
                <a:latin typeface="Segoe UI"/>
                <a:ea typeface="Segoe UI"/>
                <a:cs typeface="Segoe UI"/>
              </a:rPr>
              <a:t>0 or 1</a:t>
            </a:r>
          </a:p>
        </p:txBody>
      </p:sp>
      <p:sp>
        <p:nvSpPr>
          <p:cNvPr id="18" name="text-147">
            <a:extLst xmlns:a="http://schemas.openxmlformats.org/drawingml/2006/main">
              <a:ext uri="{FF2B5EF4-FFF2-40B4-BE49-F238E27FC236}">
                <a16:creationId xmlns:a16="http://schemas.microsoft.com/office/drawing/2014/main" id="{616EABF5-40DC-4CB6-8DD5-EBEF710A336B}"/>
              </a:ext>
            </a:extLst>
          </p:cNvPr>
          <p:cNvSpPr>
            <a:spLocks xmlns:a="http://schemas.openxmlformats.org/drawingml/2006/main" noGrp="1"/>
          </p:cNvSpPr>
          <p:nvPr/>
        </p:nvSpPr>
        <p:spPr>
          <a:xfrm xmlns:a="http://schemas.openxmlformats.org/drawingml/2006/main">
            <a:off x="2762250" y="5133975"/>
            <a:ext cx="4143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2F6F8"/>
                </a:solidFill>
                <a:latin typeface="Segoe UI"/>
                <a:ea typeface="Segoe UI"/>
                <a:cs typeface="Segoe UI"/>
              </a:defRPr>
            </a:defPPr>
            <a:lvl1pPr algn="l">
              <a:defRPr sz="1950" b="0">
                <a:solidFill>
                  <a:srgbClr val="F2F6F8"/>
                </a:solidFill>
                <a:latin typeface="Segoe UI"/>
                <a:ea typeface="Segoe UI"/>
                <a:cs typeface="Segoe UI"/>
              </a:defRPr>
            </a:lvl1pPr>
            <a:lvl2pPr algn="l">
              <a:defRPr sz="1950" b="0">
                <a:solidFill>
                  <a:srgbClr val="F2F6F8"/>
                </a:solidFill>
                <a:latin typeface="Segoe UI"/>
                <a:ea typeface="Segoe UI"/>
                <a:cs typeface="Segoe UI"/>
              </a:defRPr>
            </a:lvl2pPr>
            <a:lvl3pPr algn="l">
              <a:defRPr sz="1950" b="0">
                <a:solidFill>
                  <a:srgbClr val="F2F6F8"/>
                </a:solidFill>
                <a:latin typeface="Segoe UI"/>
                <a:ea typeface="Segoe UI"/>
                <a:cs typeface="Segoe UI"/>
              </a:defRPr>
            </a:lvl3pPr>
            <a:lvl4pPr algn="l">
              <a:defRPr sz="1950" b="0">
                <a:solidFill>
                  <a:srgbClr val="F2F6F8"/>
                </a:solidFill>
                <a:latin typeface="Segoe UI"/>
                <a:ea typeface="Segoe UI"/>
                <a:cs typeface="Segoe UI"/>
              </a:defRPr>
            </a:lvl4pPr>
            <a:lvl5pPr algn="l">
              <a:defRPr sz="1950" b="0">
                <a:solidFill>
                  <a:srgbClr val="F2F6F8"/>
                </a:solidFill>
                <a:latin typeface="Segoe UI"/>
                <a:ea typeface="Segoe UI"/>
                <a:cs typeface="Segoe UI"/>
              </a:defRPr>
            </a:lvl5pPr>
            <a:lvl6pPr algn="l">
              <a:defRPr sz="1950" b="0">
                <a:solidFill>
                  <a:srgbClr val="F2F6F8"/>
                </a:solidFill>
                <a:latin typeface="Segoe UI"/>
                <a:ea typeface="Segoe UI"/>
                <a:cs typeface="Segoe UI"/>
              </a:defRPr>
            </a:lvl6pPr>
            <a:lvl7pPr algn="l">
              <a:defRPr sz="1950" b="0">
                <a:solidFill>
                  <a:srgbClr val="F2F6F8"/>
                </a:solidFill>
                <a:latin typeface="Segoe UI"/>
                <a:ea typeface="Segoe UI"/>
                <a:cs typeface="Segoe UI"/>
              </a:defRPr>
            </a:lvl7pPr>
            <a:lvl8pPr algn="l">
              <a:defRPr sz="1950" b="0">
                <a:solidFill>
                  <a:srgbClr val="F2F6F8"/>
                </a:solidFill>
                <a:latin typeface="Segoe UI"/>
                <a:ea typeface="Segoe UI"/>
                <a:cs typeface="Segoe UI"/>
              </a:defRPr>
            </a:lvl8pPr>
            <a:lvl9pPr algn="l">
              <a:defRPr sz="1950" b="0">
                <a:solidFill>
                  <a:srgbClr val="F2F6F8"/>
                </a:solidFill>
                <a:latin typeface="Segoe UI"/>
                <a:ea typeface="Segoe UI"/>
                <a:cs typeface="Segoe UI"/>
              </a:defRPr>
            </a:lvl9pPr>
          </a:lstStyle>
          <a:p xmlns:a="http://schemas.openxmlformats.org/drawingml/2006/main">
            <a:pPr algn="l">
              <a:defRPr sz="1950" b="0">
                <a:solidFill>
                  <a:srgbClr val="F2F6F8"/>
                </a:solidFill>
                <a:latin typeface="Segoe UI"/>
                <a:ea typeface="Segoe UI"/>
                <a:cs typeface="Segoe UI"/>
              </a:defRPr>
            </a:pPr>
            <a:r>
              <a:rPr sz="1950" b="0">
                <a:solidFill>
                  <a:srgbClr val="F2F6F8"/>
                </a:solidFill>
                <a:latin typeface="Segoe UI"/>
                <a:ea typeface="Segoe UI"/>
                <a:cs typeface="Segoe UI"/>
              </a:rPr>
              <a:t>Enabled remediation attempts</a:t>
            </a:r>
          </a:p>
          <a:p xmlns:a="http://schemas.openxmlformats.org/drawingml/2006/main">
            <a:pPr algn="l">
              <a:defRPr sz="1950" b="0">
                <a:solidFill>
                  <a:srgbClr val="F2F6F8"/>
                </a:solidFill>
                <a:latin typeface="Segoe UI"/>
                <a:ea typeface="Segoe UI"/>
                <a:cs typeface="Segoe UI"/>
              </a:defRPr>
            </a:pPr>
            <a:r>
              <a:rPr sz="1950" b="0">
                <a:solidFill>
                  <a:srgbClr val="F2F6F8"/>
                </a:solidFill>
                <a:latin typeface="Segoe UI"/>
                <a:ea typeface="Segoe UI"/>
                <a:cs typeface="Segoe UI"/>
              </a:rPr>
              <a:t>Fixed scope in the human CLI</a:t>
            </a:r>
          </a:p>
        </p:txBody>
      </p:sp>
      <p:sp>
        <p:nvSpPr>
          <p:cNvPr id="19" name="text-148">
            <a:extLst xmlns:a="http://schemas.openxmlformats.org/drawingml/2006/main">
              <a:ext uri="{FF2B5EF4-FFF2-40B4-BE49-F238E27FC236}">
                <a16:creationId xmlns:a16="http://schemas.microsoft.com/office/drawing/2014/main" id="{857CD6DF-7FE6-4884-A81A-65146AF2BA30}"/>
              </a:ext>
            </a:extLst>
          </p:cNvPr>
          <p:cNvSpPr>
            <a:spLocks xmlns:a="http://schemas.openxmlformats.org/drawingml/2006/main" noGrp="1"/>
          </p:cNvSpPr>
          <p:nvPr/>
        </p:nvSpPr>
        <p:spPr>
          <a:xfrm xmlns:a="http://schemas.openxmlformats.org/drawingml/2006/main">
            <a:off x="7315200" y="5153025"/>
            <a:ext cx="4267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F1C27B"/>
                </a:solidFill>
                <a:latin typeface="Segoe UI"/>
                <a:ea typeface="Segoe UI"/>
                <a:cs typeface="Segoe UI"/>
              </a:defRPr>
            </a:defPPr>
            <a:lvl1pPr algn="l">
              <a:defRPr sz="2175" b="1">
                <a:solidFill>
                  <a:srgbClr val="F1C27B"/>
                </a:solidFill>
                <a:latin typeface="Segoe UI"/>
                <a:ea typeface="Segoe UI"/>
                <a:cs typeface="Segoe UI"/>
              </a:defRPr>
            </a:lvl1pPr>
            <a:lvl2pPr algn="l">
              <a:defRPr sz="2175" b="1">
                <a:solidFill>
                  <a:srgbClr val="F1C27B"/>
                </a:solidFill>
                <a:latin typeface="Segoe UI"/>
                <a:ea typeface="Segoe UI"/>
                <a:cs typeface="Segoe UI"/>
              </a:defRPr>
            </a:lvl2pPr>
            <a:lvl3pPr algn="l">
              <a:defRPr sz="2175" b="1">
                <a:solidFill>
                  <a:srgbClr val="F1C27B"/>
                </a:solidFill>
                <a:latin typeface="Segoe UI"/>
                <a:ea typeface="Segoe UI"/>
                <a:cs typeface="Segoe UI"/>
              </a:defRPr>
            </a:lvl3pPr>
            <a:lvl4pPr algn="l">
              <a:defRPr sz="2175" b="1">
                <a:solidFill>
                  <a:srgbClr val="F1C27B"/>
                </a:solidFill>
                <a:latin typeface="Segoe UI"/>
                <a:ea typeface="Segoe UI"/>
                <a:cs typeface="Segoe UI"/>
              </a:defRPr>
            </a:lvl4pPr>
            <a:lvl5pPr algn="l">
              <a:defRPr sz="2175" b="1">
                <a:solidFill>
                  <a:srgbClr val="F1C27B"/>
                </a:solidFill>
                <a:latin typeface="Segoe UI"/>
                <a:ea typeface="Segoe UI"/>
                <a:cs typeface="Segoe UI"/>
              </a:defRPr>
            </a:lvl5pPr>
            <a:lvl6pPr algn="l">
              <a:defRPr sz="2175" b="1">
                <a:solidFill>
                  <a:srgbClr val="F1C27B"/>
                </a:solidFill>
                <a:latin typeface="Segoe UI"/>
                <a:ea typeface="Segoe UI"/>
                <a:cs typeface="Segoe UI"/>
              </a:defRPr>
            </a:lvl6pPr>
            <a:lvl7pPr algn="l">
              <a:defRPr sz="2175" b="1">
                <a:solidFill>
                  <a:srgbClr val="F1C27B"/>
                </a:solidFill>
                <a:latin typeface="Segoe UI"/>
                <a:ea typeface="Segoe UI"/>
                <a:cs typeface="Segoe UI"/>
              </a:defRPr>
            </a:lvl7pPr>
            <a:lvl8pPr algn="l">
              <a:defRPr sz="2175" b="1">
                <a:solidFill>
                  <a:srgbClr val="F1C27B"/>
                </a:solidFill>
                <a:latin typeface="Segoe UI"/>
                <a:ea typeface="Segoe UI"/>
                <a:cs typeface="Segoe UI"/>
              </a:defRPr>
            </a:lvl8pPr>
            <a:lvl9pPr algn="l">
              <a:defRPr sz="2175" b="1">
                <a:solidFill>
                  <a:srgbClr val="F1C27B"/>
                </a:solidFill>
                <a:latin typeface="Segoe UI"/>
                <a:ea typeface="Segoe UI"/>
                <a:cs typeface="Segoe UI"/>
              </a:defRPr>
            </a:lvl9pPr>
          </a:lstStyle>
          <a:p xmlns:a="http://schemas.openxmlformats.org/drawingml/2006/main">
            <a:pPr algn="l">
              <a:defRPr sz="2175" b="1">
                <a:solidFill>
                  <a:srgbClr val="F1C27B"/>
                </a:solidFill>
                <a:latin typeface="Segoe UI"/>
                <a:ea typeface="Segoe UI"/>
                <a:cs typeface="Segoe UI"/>
              </a:defRPr>
            </a:pPr>
            <a:r>
              <a:rPr sz="2175" b="1">
                <a:solidFill>
                  <a:srgbClr val="F1C27B"/>
                </a:solidFill>
                <a:latin typeface="Segoe UI"/>
                <a:ea typeface="Segoe UI"/>
                <a:cs typeface="Segoe UI"/>
              </a:rPr>
              <a:t>Saved request ≠ processed decision</a:t>
            </a:r>
          </a:p>
        </p:txBody>
      </p:sp>
      <p:sp>
        <p:nvSpPr>
          <p:cNvPr id="20" name="text-149">
            <a:extLst xmlns:a="http://schemas.openxmlformats.org/drawingml/2006/main">
              <a:ext uri="{FF2B5EF4-FFF2-40B4-BE49-F238E27FC236}">
                <a16:creationId xmlns:a16="http://schemas.microsoft.com/office/drawing/2014/main" id="{E8EE192D-9A7F-477A-BEAD-1C9B13082A6C}"/>
              </a:ext>
            </a:extLst>
          </p:cNvPr>
          <p:cNvSpPr>
            <a:spLocks xmlns:a="http://schemas.openxmlformats.org/drawingml/2006/main" noGrp="1"/>
          </p:cNvSpPr>
          <p:nvPr/>
        </p:nvSpPr>
        <p:spPr>
          <a:xfrm xmlns:a="http://schemas.openxmlformats.org/drawingml/2006/main">
            <a:off x="7315200" y="5848350"/>
            <a:ext cx="426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BBC9D1"/>
                </a:solidFill>
                <a:latin typeface="Segoe UI"/>
                <a:ea typeface="Segoe UI"/>
                <a:cs typeface="Segoe UI"/>
              </a:defRPr>
            </a:defPPr>
            <a:lvl1pPr algn="l">
              <a:defRPr sz="1575" b="0">
                <a:solidFill>
                  <a:srgbClr val="BBC9D1"/>
                </a:solidFill>
                <a:latin typeface="Segoe UI"/>
                <a:ea typeface="Segoe UI"/>
                <a:cs typeface="Segoe UI"/>
              </a:defRPr>
            </a:lvl1pPr>
            <a:lvl2pPr algn="l">
              <a:defRPr sz="1575" b="0">
                <a:solidFill>
                  <a:srgbClr val="BBC9D1"/>
                </a:solidFill>
                <a:latin typeface="Segoe UI"/>
                <a:ea typeface="Segoe UI"/>
                <a:cs typeface="Segoe UI"/>
              </a:defRPr>
            </a:lvl2pPr>
            <a:lvl3pPr algn="l">
              <a:defRPr sz="1575" b="0">
                <a:solidFill>
                  <a:srgbClr val="BBC9D1"/>
                </a:solidFill>
                <a:latin typeface="Segoe UI"/>
                <a:ea typeface="Segoe UI"/>
                <a:cs typeface="Segoe UI"/>
              </a:defRPr>
            </a:lvl3pPr>
            <a:lvl4pPr algn="l">
              <a:defRPr sz="1575" b="0">
                <a:solidFill>
                  <a:srgbClr val="BBC9D1"/>
                </a:solidFill>
                <a:latin typeface="Segoe UI"/>
                <a:ea typeface="Segoe UI"/>
                <a:cs typeface="Segoe UI"/>
              </a:defRPr>
            </a:lvl4pPr>
            <a:lvl5pPr algn="l">
              <a:defRPr sz="1575" b="0">
                <a:solidFill>
                  <a:srgbClr val="BBC9D1"/>
                </a:solidFill>
                <a:latin typeface="Segoe UI"/>
                <a:ea typeface="Segoe UI"/>
                <a:cs typeface="Segoe UI"/>
              </a:defRPr>
            </a:lvl5pPr>
            <a:lvl6pPr algn="l">
              <a:defRPr sz="1575" b="0">
                <a:solidFill>
                  <a:srgbClr val="BBC9D1"/>
                </a:solidFill>
                <a:latin typeface="Segoe UI"/>
                <a:ea typeface="Segoe UI"/>
                <a:cs typeface="Segoe UI"/>
              </a:defRPr>
            </a:lvl6pPr>
            <a:lvl7pPr algn="l">
              <a:defRPr sz="1575" b="0">
                <a:solidFill>
                  <a:srgbClr val="BBC9D1"/>
                </a:solidFill>
                <a:latin typeface="Segoe UI"/>
                <a:ea typeface="Segoe UI"/>
                <a:cs typeface="Segoe UI"/>
              </a:defRPr>
            </a:lvl7pPr>
            <a:lvl8pPr algn="l">
              <a:defRPr sz="1575" b="0">
                <a:solidFill>
                  <a:srgbClr val="BBC9D1"/>
                </a:solidFill>
                <a:latin typeface="Segoe UI"/>
                <a:ea typeface="Segoe UI"/>
                <a:cs typeface="Segoe UI"/>
              </a:defRPr>
            </a:lvl8pPr>
            <a:lvl9pPr algn="l">
              <a:defRPr sz="1575" b="0">
                <a:solidFill>
                  <a:srgbClr val="BBC9D1"/>
                </a:solidFill>
                <a:latin typeface="Segoe UI"/>
                <a:ea typeface="Segoe UI"/>
                <a:cs typeface="Segoe UI"/>
              </a:defRPr>
            </a:lvl9pPr>
          </a:lstStyle>
          <a:p xmlns:a="http://schemas.openxmlformats.org/drawingml/2006/main">
            <a:pPr algn="l">
              <a:defRPr sz="1575" b="0">
                <a:solidFill>
                  <a:srgbClr val="BBC9D1"/>
                </a:solidFill>
                <a:latin typeface="Segoe UI"/>
                <a:ea typeface="Segoe UI"/>
                <a:cs typeface="Segoe UI"/>
              </a:defRPr>
            </a:pPr>
            <a:r>
              <a:rPr sz="1575" b="0">
                <a:solidFill>
                  <a:srgbClr val="BBC9D1"/>
                </a:solidFill>
                <a:latin typeface="Segoe UI"/>
                <a:ea typeface="Segoe UI"/>
                <a:cs typeface="Segoe UI"/>
              </a:rPr>
              <a:t>Unauthenticated records. No resume authority.</a:t>
            </a:r>
          </a:p>
        </p:txBody>
      </p:sp>
    </p:spTree>
    <p:extLst>
      <p:ext uri="{BB962C8B-B14F-4D97-AF65-F5344CB8AC3E}">
        <p14:creationId xmlns:p14="http://schemas.microsoft.com/office/powerpoint/2010/main" val="68996668"/>
      </p:ext>
    </p:extLst>
  </p:cSld>
</p:sld>
</file>

<file path=ppt/slides/slide7.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17" name="text-150">
            <a:extLst xmlns:a="http://schemas.openxmlformats.org/drawingml/2006/main">
              <a:ext uri="{FF2B5EF4-FFF2-40B4-BE49-F238E27FC236}">
                <a16:creationId xmlns:a16="http://schemas.microsoft.com/office/drawing/2014/main" id="{53DB3E6C-C970-4325-BB68-5F5364CF5EBF}"/>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What the evidence actually establishes</a:t>
            </a:r>
          </a:p>
        </p:txBody>
      </p:sp>
      <p:sp>
        <p:nvSpPr>
          <p:cNvPr id="2" name="shape-151">
            <a:extLst xmlns:a="http://schemas.openxmlformats.org/drawingml/2006/main">
              <a:ext uri="{FF2B5EF4-FFF2-40B4-BE49-F238E27FC236}">
                <a16:creationId xmlns:a16="http://schemas.microsoft.com/office/drawing/2014/main" id="{07877A1C-7CF8-4622-8395-F2F4191E8802}"/>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152">
            <a:extLst xmlns:a="http://schemas.openxmlformats.org/drawingml/2006/main">
              <a:ext uri="{FF2B5EF4-FFF2-40B4-BE49-F238E27FC236}">
                <a16:creationId xmlns:a16="http://schemas.microsoft.com/office/drawing/2014/main" id="{85FDF97B-66B6-435D-BDB1-9329C4270338}"/>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153">
            <a:extLst xmlns:a="http://schemas.openxmlformats.org/drawingml/2006/main">
              <a:ext uri="{FF2B5EF4-FFF2-40B4-BE49-F238E27FC236}">
                <a16:creationId xmlns:a16="http://schemas.microsoft.com/office/drawing/2014/main" id="{3845C040-53A6-483E-A0BE-0CD3AE61CA11}"/>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07 / 08</a:t>
            </a:r>
          </a:p>
        </p:txBody>
      </p:sp>
      <p:sp>
        <p:nvSpPr>
          <p:cNvPr id="5" name="text-154">
            <a:extLst xmlns:a="http://schemas.openxmlformats.org/drawingml/2006/main">
              <a:ext uri="{FF2B5EF4-FFF2-40B4-BE49-F238E27FC236}">
                <a16:creationId xmlns:a16="http://schemas.microsoft.com/office/drawing/2014/main" id="{2A8FEBE8-3455-43F7-A48A-264B7D4E6EB5}"/>
              </a:ext>
            </a:extLst>
          </p:cNvPr>
          <p:cNvSpPr>
            <a:spLocks xmlns:a="http://schemas.openxmlformats.org/drawingml/2006/main" noGrp="1"/>
          </p:cNvSpPr>
          <p:nvPr/>
        </p:nvSpPr>
        <p:spPr>
          <a:xfrm xmlns:a="http://schemas.openxmlformats.org/drawingml/2006/main">
            <a:off x="609600" y="1781175"/>
            <a:ext cx="152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575" b="1">
                <a:solidFill>
                  <a:srgbClr val="6DE0CE"/>
                </a:solidFill>
                <a:latin typeface="Segoe UI"/>
                <a:ea typeface="Segoe UI"/>
                <a:cs typeface="Segoe UI"/>
              </a:defRPr>
            </a:defPPr>
            <a:lvl1pPr algn="l">
              <a:defRPr sz="4575" b="1">
                <a:solidFill>
                  <a:srgbClr val="6DE0CE"/>
                </a:solidFill>
                <a:latin typeface="Segoe UI"/>
                <a:ea typeface="Segoe UI"/>
                <a:cs typeface="Segoe UI"/>
              </a:defRPr>
            </a:lvl1pPr>
            <a:lvl2pPr algn="l">
              <a:defRPr sz="4575" b="1">
                <a:solidFill>
                  <a:srgbClr val="6DE0CE"/>
                </a:solidFill>
                <a:latin typeface="Segoe UI"/>
                <a:ea typeface="Segoe UI"/>
                <a:cs typeface="Segoe UI"/>
              </a:defRPr>
            </a:lvl2pPr>
            <a:lvl3pPr algn="l">
              <a:defRPr sz="4575" b="1">
                <a:solidFill>
                  <a:srgbClr val="6DE0CE"/>
                </a:solidFill>
                <a:latin typeface="Segoe UI"/>
                <a:ea typeface="Segoe UI"/>
                <a:cs typeface="Segoe UI"/>
              </a:defRPr>
            </a:lvl3pPr>
            <a:lvl4pPr algn="l">
              <a:defRPr sz="4575" b="1">
                <a:solidFill>
                  <a:srgbClr val="6DE0CE"/>
                </a:solidFill>
                <a:latin typeface="Segoe UI"/>
                <a:ea typeface="Segoe UI"/>
                <a:cs typeface="Segoe UI"/>
              </a:defRPr>
            </a:lvl4pPr>
            <a:lvl5pPr algn="l">
              <a:defRPr sz="4575" b="1">
                <a:solidFill>
                  <a:srgbClr val="6DE0CE"/>
                </a:solidFill>
                <a:latin typeface="Segoe UI"/>
                <a:ea typeface="Segoe UI"/>
                <a:cs typeface="Segoe UI"/>
              </a:defRPr>
            </a:lvl5pPr>
            <a:lvl6pPr algn="l">
              <a:defRPr sz="4575" b="1">
                <a:solidFill>
                  <a:srgbClr val="6DE0CE"/>
                </a:solidFill>
                <a:latin typeface="Segoe UI"/>
                <a:ea typeface="Segoe UI"/>
                <a:cs typeface="Segoe UI"/>
              </a:defRPr>
            </a:lvl6pPr>
            <a:lvl7pPr algn="l">
              <a:defRPr sz="4575" b="1">
                <a:solidFill>
                  <a:srgbClr val="6DE0CE"/>
                </a:solidFill>
                <a:latin typeface="Segoe UI"/>
                <a:ea typeface="Segoe UI"/>
                <a:cs typeface="Segoe UI"/>
              </a:defRPr>
            </a:lvl7pPr>
            <a:lvl8pPr algn="l">
              <a:defRPr sz="4575" b="1">
                <a:solidFill>
                  <a:srgbClr val="6DE0CE"/>
                </a:solidFill>
                <a:latin typeface="Segoe UI"/>
                <a:ea typeface="Segoe UI"/>
                <a:cs typeface="Segoe UI"/>
              </a:defRPr>
            </a:lvl8pPr>
            <a:lvl9pPr algn="l">
              <a:defRPr sz="4575" b="1">
                <a:solidFill>
                  <a:srgbClr val="6DE0CE"/>
                </a:solidFill>
                <a:latin typeface="Segoe UI"/>
                <a:ea typeface="Segoe UI"/>
                <a:cs typeface="Segoe UI"/>
              </a:defRPr>
            </a:lvl9pPr>
          </a:lstStyle>
          <a:p xmlns:a="http://schemas.openxmlformats.org/drawingml/2006/main">
            <a:pPr algn="l">
              <a:defRPr sz="4575" b="1">
                <a:solidFill>
                  <a:srgbClr val="6DE0CE"/>
                </a:solidFill>
                <a:latin typeface="Segoe UI"/>
                <a:ea typeface="Segoe UI"/>
                <a:cs typeface="Segoe UI"/>
              </a:defRPr>
            </a:pPr>
            <a:r>
              <a:rPr sz="4575" b="1">
                <a:solidFill>
                  <a:srgbClr val="6DE0CE"/>
                </a:solidFill>
                <a:latin typeface="Segoe UI"/>
                <a:ea typeface="Segoe UI"/>
                <a:cs typeface="Segoe UI"/>
              </a:rPr>
              <a:t>575</a:t>
            </a:r>
          </a:p>
        </p:txBody>
      </p:sp>
      <p:sp>
        <p:nvSpPr>
          <p:cNvPr id="6" name="text-155">
            <a:extLst xmlns:a="http://schemas.openxmlformats.org/drawingml/2006/main">
              <a:ext uri="{FF2B5EF4-FFF2-40B4-BE49-F238E27FC236}">
                <a16:creationId xmlns:a16="http://schemas.microsoft.com/office/drawing/2014/main" id="{531AA598-1EC5-4F7A-B792-F42498456AF6}"/>
              </a:ext>
            </a:extLst>
          </p:cNvPr>
          <p:cNvSpPr>
            <a:spLocks xmlns:a="http://schemas.openxmlformats.org/drawingml/2006/main" noGrp="1"/>
          </p:cNvSpPr>
          <p:nvPr/>
        </p:nvSpPr>
        <p:spPr>
          <a:xfrm xmlns:a="http://schemas.openxmlformats.org/drawingml/2006/main">
            <a:off x="2428875" y="1781175"/>
            <a:ext cx="904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F2F6F8"/>
                </a:solidFill>
                <a:latin typeface="Segoe UI"/>
                <a:ea typeface="Segoe UI"/>
                <a:cs typeface="Segoe UI"/>
              </a:defRPr>
            </a:defPPr>
            <a:lvl1pPr algn="l">
              <a:defRPr sz="2325" b="1">
                <a:solidFill>
                  <a:srgbClr val="F2F6F8"/>
                </a:solidFill>
                <a:latin typeface="Segoe UI"/>
                <a:ea typeface="Segoe UI"/>
                <a:cs typeface="Segoe UI"/>
              </a:defRPr>
            </a:lvl1pPr>
            <a:lvl2pPr algn="l">
              <a:defRPr sz="2325" b="1">
                <a:solidFill>
                  <a:srgbClr val="F2F6F8"/>
                </a:solidFill>
                <a:latin typeface="Segoe UI"/>
                <a:ea typeface="Segoe UI"/>
                <a:cs typeface="Segoe UI"/>
              </a:defRPr>
            </a:lvl2pPr>
            <a:lvl3pPr algn="l">
              <a:defRPr sz="2325" b="1">
                <a:solidFill>
                  <a:srgbClr val="F2F6F8"/>
                </a:solidFill>
                <a:latin typeface="Segoe UI"/>
                <a:ea typeface="Segoe UI"/>
                <a:cs typeface="Segoe UI"/>
              </a:defRPr>
            </a:lvl3pPr>
            <a:lvl4pPr algn="l">
              <a:defRPr sz="2325" b="1">
                <a:solidFill>
                  <a:srgbClr val="F2F6F8"/>
                </a:solidFill>
                <a:latin typeface="Segoe UI"/>
                <a:ea typeface="Segoe UI"/>
                <a:cs typeface="Segoe UI"/>
              </a:defRPr>
            </a:lvl4pPr>
            <a:lvl5pPr algn="l">
              <a:defRPr sz="2325" b="1">
                <a:solidFill>
                  <a:srgbClr val="F2F6F8"/>
                </a:solidFill>
                <a:latin typeface="Segoe UI"/>
                <a:ea typeface="Segoe UI"/>
                <a:cs typeface="Segoe UI"/>
              </a:defRPr>
            </a:lvl5pPr>
            <a:lvl6pPr algn="l">
              <a:defRPr sz="2325" b="1">
                <a:solidFill>
                  <a:srgbClr val="F2F6F8"/>
                </a:solidFill>
                <a:latin typeface="Segoe UI"/>
                <a:ea typeface="Segoe UI"/>
                <a:cs typeface="Segoe UI"/>
              </a:defRPr>
            </a:lvl6pPr>
            <a:lvl7pPr algn="l">
              <a:defRPr sz="2325" b="1">
                <a:solidFill>
                  <a:srgbClr val="F2F6F8"/>
                </a:solidFill>
                <a:latin typeface="Segoe UI"/>
                <a:ea typeface="Segoe UI"/>
                <a:cs typeface="Segoe UI"/>
              </a:defRPr>
            </a:lvl7pPr>
            <a:lvl8pPr algn="l">
              <a:defRPr sz="2325" b="1">
                <a:solidFill>
                  <a:srgbClr val="F2F6F8"/>
                </a:solidFill>
                <a:latin typeface="Segoe UI"/>
                <a:ea typeface="Segoe UI"/>
                <a:cs typeface="Segoe UI"/>
              </a:defRPr>
            </a:lvl8pPr>
            <a:lvl9pPr algn="l">
              <a:defRPr sz="2325" b="1">
                <a:solidFill>
                  <a:srgbClr val="F2F6F8"/>
                </a:solidFill>
                <a:latin typeface="Segoe UI"/>
                <a:ea typeface="Segoe UI"/>
                <a:cs typeface="Segoe UI"/>
              </a:defRPr>
            </a:lvl9pPr>
          </a:lstStyle>
          <a:p xmlns:a="http://schemas.openxmlformats.org/drawingml/2006/main">
            <a:pPr algn="l">
              <a:defRPr sz="2325" b="1">
                <a:solidFill>
                  <a:srgbClr val="F2F6F8"/>
                </a:solidFill>
                <a:latin typeface="Segoe UI"/>
                <a:ea typeface="Segoe UI"/>
                <a:cs typeface="Segoe UI"/>
              </a:defRPr>
            </a:pPr>
            <a:r>
              <a:rPr sz="2325" b="1">
                <a:solidFill>
                  <a:srgbClr val="F2F6F8"/>
                </a:solidFill>
                <a:latin typeface="Segoe UI"/>
                <a:ea typeface="Segoe UI"/>
                <a:cs typeface="Segoe UI"/>
              </a:rPr>
              <a:t>Offline suite passed</a:t>
            </a:r>
          </a:p>
        </p:txBody>
      </p:sp>
      <p:sp>
        <p:nvSpPr>
          <p:cNvPr id="7" name="text-156">
            <a:extLst xmlns:a="http://schemas.openxmlformats.org/drawingml/2006/main">
              <a:ext uri="{FF2B5EF4-FFF2-40B4-BE49-F238E27FC236}">
                <a16:creationId xmlns:a16="http://schemas.microsoft.com/office/drawing/2014/main" id="{EA9B2D95-4252-4E74-ACC3-8F51817457B7}"/>
              </a:ext>
            </a:extLst>
          </p:cNvPr>
          <p:cNvSpPr>
            <a:spLocks xmlns:a="http://schemas.openxmlformats.org/drawingml/2006/main" noGrp="1"/>
          </p:cNvSpPr>
          <p:nvPr/>
        </p:nvSpPr>
        <p:spPr>
          <a:xfrm xmlns:a="http://schemas.openxmlformats.org/drawingml/2006/main">
            <a:off x="2428875" y="2276475"/>
            <a:ext cx="904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BBC9D1"/>
                </a:solidFill>
                <a:latin typeface="Segoe UI"/>
                <a:ea typeface="Segoe UI"/>
                <a:cs typeface="Segoe UI"/>
              </a:defRPr>
            </a:defPPr>
            <a:lvl1pPr algn="l">
              <a:defRPr sz="1800" b="0">
                <a:solidFill>
                  <a:srgbClr val="BBC9D1"/>
                </a:solidFill>
                <a:latin typeface="Segoe UI"/>
                <a:ea typeface="Segoe UI"/>
                <a:cs typeface="Segoe UI"/>
              </a:defRPr>
            </a:lvl1pPr>
            <a:lvl2pPr algn="l">
              <a:defRPr sz="1800" b="0">
                <a:solidFill>
                  <a:srgbClr val="BBC9D1"/>
                </a:solidFill>
                <a:latin typeface="Segoe UI"/>
                <a:ea typeface="Segoe UI"/>
                <a:cs typeface="Segoe UI"/>
              </a:defRPr>
            </a:lvl2pPr>
            <a:lvl3pPr algn="l">
              <a:defRPr sz="1800" b="0">
                <a:solidFill>
                  <a:srgbClr val="BBC9D1"/>
                </a:solidFill>
                <a:latin typeface="Segoe UI"/>
                <a:ea typeface="Segoe UI"/>
                <a:cs typeface="Segoe UI"/>
              </a:defRPr>
            </a:lvl3pPr>
            <a:lvl4pPr algn="l">
              <a:defRPr sz="1800" b="0">
                <a:solidFill>
                  <a:srgbClr val="BBC9D1"/>
                </a:solidFill>
                <a:latin typeface="Segoe UI"/>
                <a:ea typeface="Segoe UI"/>
                <a:cs typeface="Segoe UI"/>
              </a:defRPr>
            </a:lvl4pPr>
            <a:lvl5pPr algn="l">
              <a:defRPr sz="1800" b="0">
                <a:solidFill>
                  <a:srgbClr val="BBC9D1"/>
                </a:solidFill>
                <a:latin typeface="Segoe UI"/>
                <a:ea typeface="Segoe UI"/>
                <a:cs typeface="Segoe UI"/>
              </a:defRPr>
            </a:lvl5pPr>
            <a:lvl6pPr algn="l">
              <a:defRPr sz="1800" b="0">
                <a:solidFill>
                  <a:srgbClr val="BBC9D1"/>
                </a:solidFill>
                <a:latin typeface="Segoe UI"/>
                <a:ea typeface="Segoe UI"/>
                <a:cs typeface="Segoe UI"/>
              </a:defRPr>
            </a:lvl6pPr>
            <a:lvl7pPr algn="l">
              <a:defRPr sz="1800" b="0">
                <a:solidFill>
                  <a:srgbClr val="BBC9D1"/>
                </a:solidFill>
                <a:latin typeface="Segoe UI"/>
                <a:ea typeface="Segoe UI"/>
                <a:cs typeface="Segoe UI"/>
              </a:defRPr>
            </a:lvl7pPr>
            <a:lvl8pPr algn="l">
              <a:defRPr sz="1800" b="0">
                <a:solidFill>
                  <a:srgbClr val="BBC9D1"/>
                </a:solidFill>
                <a:latin typeface="Segoe UI"/>
                <a:ea typeface="Segoe UI"/>
                <a:cs typeface="Segoe UI"/>
              </a:defRPr>
            </a:lvl8pPr>
            <a:lvl9pPr algn="l">
              <a:defRPr sz="1800" b="0">
                <a:solidFill>
                  <a:srgbClr val="BBC9D1"/>
                </a:solidFill>
                <a:latin typeface="Segoe UI"/>
                <a:ea typeface="Segoe UI"/>
                <a:cs typeface="Segoe UI"/>
              </a:defRPr>
            </a:lvl9pPr>
          </a:lstStyle>
          <a:p xmlns:a="http://schemas.openxmlformats.org/drawingml/2006/main">
            <a:pPr algn="l">
              <a:defRPr sz="1800" b="0">
                <a:solidFill>
                  <a:srgbClr val="BBC9D1"/>
                </a:solidFill>
                <a:latin typeface="Segoe UI"/>
                <a:ea typeface="Segoe UI"/>
                <a:cs typeface="Segoe UI"/>
              </a:defRPr>
            </a:pPr>
            <a:r>
              <a:rPr sz="1800" b="0">
                <a:solidFill>
                  <a:srgbClr val="BBC9D1"/>
                </a:solidFill>
                <a:latin typeface="Segoe UI"/>
                <a:ea typeface="Segoe UI"/>
                <a:cs typeface="Segoe UI"/>
              </a:rPr>
              <a:t>Archived Windows documentation-validation run.</a:t>
            </a:r>
          </a:p>
          <a:p xmlns:a="http://schemas.openxmlformats.org/drawingml/2006/main">
            <a:pPr algn="l">
              <a:defRPr sz="1800" b="0">
                <a:solidFill>
                  <a:srgbClr val="BBC9D1"/>
                </a:solidFill>
                <a:latin typeface="Segoe UI"/>
                <a:ea typeface="Segoe UI"/>
                <a:cs typeface="Segoe UI"/>
              </a:defRPr>
            </a:pPr>
            <a:r>
              <a:rPr sz="1800" b="0">
                <a:solidFill>
                  <a:srgbClr val="BBC9D1"/>
                </a:solidFill>
                <a:latin typeface="Segoe UI"/>
                <a:ea typeface="Segoe UI"/>
                <a:cs typeface="Segoe UI"/>
              </a:rPr>
              <a:t>Synthetic workers, real Git, finite subprocesses, failure injection.</a:t>
            </a:r>
          </a:p>
        </p:txBody>
      </p:sp>
      <p:sp>
        <p:nvSpPr>
          <p:cNvPr id="8" name="text-157">
            <a:extLst xmlns:a="http://schemas.openxmlformats.org/drawingml/2006/main">
              <a:ext uri="{FF2B5EF4-FFF2-40B4-BE49-F238E27FC236}">
                <a16:creationId xmlns:a16="http://schemas.microsoft.com/office/drawing/2014/main" id="{AE3FD68A-9E21-4AAB-BEB4-880A587CF7A9}"/>
              </a:ext>
            </a:extLst>
          </p:cNvPr>
          <p:cNvSpPr>
            <a:spLocks xmlns:a="http://schemas.openxmlformats.org/drawingml/2006/main" noGrp="1"/>
          </p:cNvSpPr>
          <p:nvPr/>
        </p:nvSpPr>
        <p:spPr>
          <a:xfrm xmlns:a="http://schemas.openxmlformats.org/drawingml/2006/main">
            <a:off x="609600" y="3190875"/>
            <a:ext cx="152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575" b="1">
                <a:solidFill>
                  <a:srgbClr val="6DE0CE"/>
                </a:solidFill>
                <a:latin typeface="Segoe UI"/>
                <a:ea typeface="Segoe UI"/>
                <a:cs typeface="Segoe UI"/>
              </a:defRPr>
            </a:defPPr>
            <a:lvl1pPr algn="l">
              <a:defRPr sz="4575" b="1">
                <a:solidFill>
                  <a:srgbClr val="6DE0CE"/>
                </a:solidFill>
                <a:latin typeface="Segoe UI"/>
                <a:ea typeface="Segoe UI"/>
                <a:cs typeface="Segoe UI"/>
              </a:defRPr>
            </a:lvl1pPr>
            <a:lvl2pPr algn="l">
              <a:defRPr sz="4575" b="1">
                <a:solidFill>
                  <a:srgbClr val="6DE0CE"/>
                </a:solidFill>
                <a:latin typeface="Segoe UI"/>
                <a:ea typeface="Segoe UI"/>
                <a:cs typeface="Segoe UI"/>
              </a:defRPr>
            </a:lvl2pPr>
            <a:lvl3pPr algn="l">
              <a:defRPr sz="4575" b="1">
                <a:solidFill>
                  <a:srgbClr val="6DE0CE"/>
                </a:solidFill>
                <a:latin typeface="Segoe UI"/>
                <a:ea typeface="Segoe UI"/>
                <a:cs typeface="Segoe UI"/>
              </a:defRPr>
            </a:lvl3pPr>
            <a:lvl4pPr algn="l">
              <a:defRPr sz="4575" b="1">
                <a:solidFill>
                  <a:srgbClr val="6DE0CE"/>
                </a:solidFill>
                <a:latin typeface="Segoe UI"/>
                <a:ea typeface="Segoe UI"/>
                <a:cs typeface="Segoe UI"/>
              </a:defRPr>
            </a:lvl4pPr>
            <a:lvl5pPr algn="l">
              <a:defRPr sz="4575" b="1">
                <a:solidFill>
                  <a:srgbClr val="6DE0CE"/>
                </a:solidFill>
                <a:latin typeface="Segoe UI"/>
                <a:ea typeface="Segoe UI"/>
                <a:cs typeface="Segoe UI"/>
              </a:defRPr>
            </a:lvl5pPr>
            <a:lvl6pPr algn="l">
              <a:defRPr sz="4575" b="1">
                <a:solidFill>
                  <a:srgbClr val="6DE0CE"/>
                </a:solidFill>
                <a:latin typeface="Segoe UI"/>
                <a:ea typeface="Segoe UI"/>
                <a:cs typeface="Segoe UI"/>
              </a:defRPr>
            </a:lvl6pPr>
            <a:lvl7pPr algn="l">
              <a:defRPr sz="4575" b="1">
                <a:solidFill>
                  <a:srgbClr val="6DE0CE"/>
                </a:solidFill>
                <a:latin typeface="Segoe UI"/>
                <a:ea typeface="Segoe UI"/>
                <a:cs typeface="Segoe UI"/>
              </a:defRPr>
            </a:lvl7pPr>
            <a:lvl8pPr algn="l">
              <a:defRPr sz="4575" b="1">
                <a:solidFill>
                  <a:srgbClr val="6DE0CE"/>
                </a:solidFill>
                <a:latin typeface="Segoe UI"/>
                <a:ea typeface="Segoe UI"/>
                <a:cs typeface="Segoe UI"/>
              </a:defRPr>
            </a:lvl8pPr>
            <a:lvl9pPr algn="l">
              <a:defRPr sz="4575" b="1">
                <a:solidFill>
                  <a:srgbClr val="6DE0CE"/>
                </a:solidFill>
                <a:latin typeface="Segoe UI"/>
                <a:ea typeface="Segoe UI"/>
                <a:cs typeface="Segoe UI"/>
              </a:defRPr>
            </a:lvl9pPr>
          </a:lstStyle>
          <a:p xmlns:a="http://schemas.openxmlformats.org/drawingml/2006/main">
            <a:pPr algn="l">
              <a:defRPr sz="4575" b="1">
                <a:solidFill>
                  <a:srgbClr val="6DE0CE"/>
                </a:solidFill>
                <a:latin typeface="Segoe UI"/>
                <a:ea typeface="Segoe UI"/>
                <a:cs typeface="Segoe UI"/>
              </a:defRPr>
            </a:pPr>
            <a:r>
              <a:rPr sz="4575" b="1">
                <a:solidFill>
                  <a:srgbClr val="6DE0CE"/>
                </a:solidFill>
                <a:latin typeface="Segoe UI"/>
                <a:ea typeface="Segoe UI"/>
                <a:cs typeface="Segoe UI"/>
              </a:rPr>
              <a:t>123</a:t>
            </a:r>
          </a:p>
        </p:txBody>
      </p:sp>
      <p:sp>
        <p:nvSpPr>
          <p:cNvPr id="9" name="text-158">
            <a:extLst xmlns:a="http://schemas.openxmlformats.org/drawingml/2006/main">
              <a:ext uri="{FF2B5EF4-FFF2-40B4-BE49-F238E27FC236}">
                <a16:creationId xmlns:a16="http://schemas.microsoft.com/office/drawing/2014/main" id="{F7DCFEE4-E8A5-4B0B-BD87-0C35CF384D4F}"/>
              </a:ext>
            </a:extLst>
          </p:cNvPr>
          <p:cNvSpPr>
            <a:spLocks xmlns:a="http://schemas.openxmlformats.org/drawingml/2006/main" noGrp="1"/>
          </p:cNvSpPr>
          <p:nvPr/>
        </p:nvSpPr>
        <p:spPr>
          <a:xfrm xmlns:a="http://schemas.openxmlformats.org/drawingml/2006/main">
            <a:off x="2428875" y="3190875"/>
            <a:ext cx="904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F2F6F8"/>
                </a:solidFill>
                <a:latin typeface="Segoe UI"/>
                <a:ea typeface="Segoe UI"/>
                <a:cs typeface="Segoe UI"/>
              </a:defRPr>
            </a:defPPr>
            <a:lvl1pPr algn="l">
              <a:defRPr sz="2325" b="1">
                <a:solidFill>
                  <a:srgbClr val="F2F6F8"/>
                </a:solidFill>
                <a:latin typeface="Segoe UI"/>
                <a:ea typeface="Segoe UI"/>
                <a:cs typeface="Segoe UI"/>
              </a:defRPr>
            </a:lvl1pPr>
            <a:lvl2pPr algn="l">
              <a:defRPr sz="2325" b="1">
                <a:solidFill>
                  <a:srgbClr val="F2F6F8"/>
                </a:solidFill>
                <a:latin typeface="Segoe UI"/>
                <a:ea typeface="Segoe UI"/>
                <a:cs typeface="Segoe UI"/>
              </a:defRPr>
            </a:lvl2pPr>
            <a:lvl3pPr algn="l">
              <a:defRPr sz="2325" b="1">
                <a:solidFill>
                  <a:srgbClr val="F2F6F8"/>
                </a:solidFill>
                <a:latin typeface="Segoe UI"/>
                <a:ea typeface="Segoe UI"/>
                <a:cs typeface="Segoe UI"/>
              </a:defRPr>
            </a:lvl3pPr>
            <a:lvl4pPr algn="l">
              <a:defRPr sz="2325" b="1">
                <a:solidFill>
                  <a:srgbClr val="F2F6F8"/>
                </a:solidFill>
                <a:latin typeface="Segoe UI"/>
                <a:ea typeface="Segoe UI"/>
                <a:cs typeface="Segoe UI"/>
              </a:defRPr>
            </a:lvl4pPr>
            <a:lvl5pPr algn="l">
              <a:defRPr sz="2325" b="1">
                <a:solidFill>
                  <a:srgbClr val="F2F6F8"/>
                </a:solidFill>
                <a:latin typeface="Segoe UI"/>
                <a:ea typeface="Segoe UI"/>
                <a:cs typeface="Segoe UI"/>
              </a:defRPr>
            </a:lvl5pPr>
            <a:lvl6pPr algn="l">
              <a:defRPr sz="2325" b="1">
                <a:solidFill>
                  <a:srgbClr val="F2F6F8"/>
                </a:solidFill>
                <a:latin typeface="Segoe UI"/>
                <a:ea typeface="Segoe UI"/>
                <a:cs typeface="Segoe UI"/>
              </a:defRPr>
            </a:lvl6pPr>
            <a:lvl7pPr algn="l">
              <a:defRPr sz="2325" b="1">
                <a:solidFill>
                  <a:srgbClr val="F2F6F8"/>
                </a:solidFill>
                <a:latin typeface="Segoe UI"/>
                <a:ea typeface="Segoe UI"/>
                <a:cs typeface="Segoe UI"/>
              </a:defRPr>
            </a:lvl7pPr>
            <a:lvl8pPr algn="l">
              <a:defRPr sz="2325" b="1">
                <a:solidFill>
                  <a:srgbClr val="F2F6F8"/>
                </a:solidFill>
                <a:latin typeface="Segoe UI"/>
                <a:ea typeface="Segoe UI"/>
                <a:cs typeface="Segoe UI"/>
              </a:defRPr>
            </a:lvl8pPr>
            <a:lvl9pPr algn="l">
              <a:defRPr sz="2325" b="1">
                <a:solidFill>
                  <a:srgbClr val="F2F6F8"/>
                </a:solidFill>
                <a:latin typeface="Segoe UI"/>
                <a:ea typeface="Segoe UI"/>
                <a:cs typeface="Segoe UI"/>
              </a:defRPr>
            </a:lvl9pPr>
          </a:lstStyle>
          <a:p xmlns:a="http://schemas.openxmlformats.org/drawingml/2006/main">
            <a:pPr algn="l">
              <a:defRPr sz="2325" b="1">
                <a:solidFill>
                  <a:srgbClr val="F2F6F8"/>
                </a:solidFill>
                <a:latin typeface="Segoe UI"/>
                <a:ea typeface="Segoe UI"/>
                <a:cs typeface="Segoe UI"/>
              </a:defRPr>
            </a:pPr>
            <a:r>
              <a:rPr sz="2325" b="1">
                <a:solidFill>
                  <a:srgbClr val="F2F6F8"/>
                </a:solidFill>
                <a:latin typeface="Segoe UI"/>
                <a:ea typeface="Segoe UI"/>
                <a:cs typeface="Segoe UI"/>
              </a:rPr>
              <a:t>Targeted AI-assisted review tests passed</a:t>
            </a:r>
          </a:p>
        </p:txBody>
      </p:sp>
      <p:sp>
        <p:nvSpPr>
          <p:cNvPr id="10" name="text-159">
            <a:extLst xmlns:a="http://schemas.openxmlformats.org/drawingml/2006/main">
              <a:ext uri="{FF2B5EF4-FFF2-40B4-BE49-F238E27FC236}">
                <a16:creationId xmlns:a16="http://schemas.microsoft.com/office/drawing/2014/main" id="{96D088D4-9BE1-4D53-8A4C-76D2B9916167}"/>
              </a:ext>
            </a:extLst>
          </p:cNvPr>
          <p:cNvSpPr>
            <a:spLocks xmlns:a="http://schemas.openxmlformats.org/drawingml/2006/main" noGrp="1"/>
          </p:cNvSpPr>
          <p:nvPr/>
        </p:nvSpPr>
        <p:spPr>
          <a:xfrm xmlns:a="http://schemas.openxmlformats.org/drawingml/2006/main">
            <a:off x="2428875" y="3686175"/>
            <a:ext cx="904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BBC9D1"/>
                </a:solidFill>
                <a:latin typeface="Segoe UI"/>
                <a:ea typeface="Segoe UI"/>
                <a:cs typeface="Segoe UI"/>
              </a:defRPr>
            </a:defPPr>
            <a:lvl1pPr algn="l">
              <a:defRPr sz="1800" b="0">
                <a:solidFill>
                  <a:srgbClr val="BBC9D1"/>
                </a:solidFill>
                <a:latin typeface="Segoe UI"/>
                <a:ea typeface="Segoe UI"/>
                <a:cs typeface="Segoe UI"/>
              </a:defRPr>
            </a:lvl1pPr>
            <a:lvl2pPr algn="l">
              <a:defRPr sz="1800" b="0">
                <a:solidFill>
                  <a:srgbClr val="BBC9D1"/>
                </a:solidFill>
                <a:latin typeface="Segoe UI"/>
                <a:ea typeface="Segoe UI"/>
                <a:cs typeface="Segoe UI"/>
              </a:defRPr>
            </a:lvl2pPr>
            <a:lvl3pPr algn="l">
              <a:defRPr sz="1800" b="0">
                <a:solidFill>
                  <a:srgbClr val="BBC9D1"/>
                </a:solidFill>
                <a:latin typeface="Segoe UI"/>
                <a:ea typeface="Segoe UI"/>
                <a:cs typeface="Segoe UI"/>
              </a:defRPr>
            </a:lvl3pPr>
            <a:lvl4pPr algn="l">
              <a:defRPr sz="1800" b="0">
                <a:solidFill>
                  <a:srgbClr val="BBC9D1"/>
                </a:solidFill>
                <a:latin typeface="Segoe UI"/>
                <a:ea typeface="Segoe UI"/>
                <a:cs typeface="Segoe UI"/>
              </a:defRPr>
            </a:lvl4pPr>
            <a:lvl5pPr algn="l">
              <a:defRPr sz="1800" b="0">
                <a:solidFill>
                  <a:srgbClr val="BBC9D1"/>
                </a:solidFill>
                <a:latin typeface="Segoe UI"/>
                <a:ea typeface="Segoe UI"/>
                <a:cs typeface="Segoe UI"/>
              </a:defRPr>
            </a:lvl5pPr>
            <a:lvl6pPr algn="l">
              <a:defRPr sz="1800" b="0">
                <a:solidFill>
                  <a:srgbClr val="BBC9D1"/>
                </a:solidFill>
                <a:latin typeface="Segoe UI"/>
                <a:ea typeface="Segoe UI"/>
                <a:cs typeface="Segoe UI"/>
              </a:defRPr>
            </a:lvl6pPr>
            <a:lvl7pPr algn="l">
              <a:defRPr sz="1800" b="0">
                <a:solidFill>
                  <a:srgbClr val="BBC9D1"/>
                </a:solidFill>
                <a:latin typeface="Segoe UI"/>
                <a:ea typeface="Segoe UI"/>
                <a:cs typeface="Segoe UI"/>
              </a:defRPr>
            </a:lvl7pPr>
            <a:lvl8pPr algn="l">
              <a:defRPr sz="1800" b="0">
                <a:solidFill>
                  <a:srgbClr val="BBC9D1"/>
                </a:solidFill>
                <a:latin typeface="Segoe UI"/>
                <a:ea typeface="Segoe UI"/>
                <a:cs typeface="Segoe UI"/>
              </a:defRPr>
            </a:lvl8pPr>
            <a:lvl9pPr algn="l">
              <a:defRPr sz="1800" b="0">
                <a:solidFill>
                  <a:srgbClr val="BBC9D1"/>
                </a:solidFill>
                <a:latin typeface="Segoe UI"/>
                <a:ea typeface="Segoe UI"/>
                <a:cs typeface="Segoe UI"/>
              </a:defRPr>
            </a:lvl9pPr>
          </a:lstStyle>
          <a:p xmlns:a="http://schemas.openxmlformats.org/drawingml/2006/main">
            <a:pPr algn="l">
              <a:defRPr sz="1800" b="0">
                <a:solidFill>
                  <a:srgbClr val="BBC9D1"/>
                </a:solidFill>
                <a:latin typeface="Segoe UI"/>
                <a:ea typeface="Segoe UI"/>
                <a:cs typeface="Segoe UI"/>
              </a:defRPr>
            </a:pPr>
            <a:r>
              <a:rPr sz="1800" b="0">
                <a:solidFill>
                  <a:srgbClr val="BBC9D1"/>
                </a:solidFill>
                <a:latin typeface="Segoe UI"/>
                <a:ea typeface="Segoe UI"/>
                <a:cs typeface="Segoe UI"/>
              </a:rPr>
              <a:t>PR #9 reports a separate final review pass.</a:t>
            </a:r>
          </a:p>
          <a:p xmlns:a="http://schemas.openxmlformats.org/drawingml/2006/main">
            <a:pPr algn="l">
              <a:defRPr sz="1800" b="0">
                <a:solidFill>
                  <a:srgbClr val="BBC9D1"/>
                </a:solidFill>
                <a:latin typeface="Segoe UI"/>
                <a:ea typeface="Segoe UI"/>
                <a:cs typeface="Segoe UI"/>
              </a:defRPr>
            </a:pPr>
            <a:r>
              <a:rPr sz="1800" b="0">
                <a:solidFill>
                  <a:srgbClr val="BBC9D1"/>
                </a:solidFill>
                <a:latin typeface="Segoe UI"/>
                <a:ea typeface="Segoe UI"/>
                <a:cs typeface="Segoe UI"/>
              </a:rPr>
              <a:t>Focused coverage, not a complete-suite rerun or human audit.</a:t>
            </a:r>
          </a:p>
        </p:txBody>
      </p:sp>
      <p:sp>
        <p:nvSpPr>
          <p:cNvPr id="11" name="shape-160">
            <a:extLst xmlns:a="http://schemas.openxmlformats.org/drawingml/2006/main">
              <a:ext uri="{FF2B5EF4-FFF2-40B4-BE49-F238E27FC236}">
                <a16:creationId xmlns:a16="http://schemas.microsoft.com/office/drawing/2014/main" id="{1EF6DE0A-F6F6-42E7-A7DC-5DBF3608FC74}"/>
              </a:ext>
            </a:extLst>
          </p:cNvPr>
          <p:cNvSpPr>
            <a:spLocks xmlns:a="http://schemas.openxmlformats.org/drawingml/2006/main" noGrp="1"/>
          </p:cNvSpPr>
          <p:nvPr/>
        </p:nvSpPr>
        <p:spPr>
          <a:xfrm xmlns:a="http://schemas.openxmlformats.org/drawingml/2006/main">
            <a:off x="609600" y="4533900"/>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12" name="text-161">
            <a:extLst xmlns:a="http://schemas.openxmlformats.org/drawingml/2006/main">
              <a:ext uri="{FF2B5EF4-FFF2-40B4-BE49-F238E27FC236}">
                <a16:creationId xmlns:a16="http://schemas.microsoft.com/office/drawing/2014/main" id="{30CF4657-3541-446A-A270-024BAF7F7E23}"/>
              </a:ext>
            </a:extLst>
          </p:cNvPr>
          <p:cNvSpPr>
            <a:spLocks xmlns:a="http://schemas.openxmlformats.org/drawingml/2006/main" noGrp="1"/>
          </p:cNvSpPr>
          <p:nvPr/>
        </p:nvSpPr>
        <p:spPr>
          <a:xfrm xmlns:a="http://schemas.openxmlformats.org/drawingml/2006/main">
            <a:off x="609600" y="47529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F1C27B"/>
                </a:solidFill>
                <a:latin typeface="Segoe UI"/>
                <a:ea typeface="Segoe UI"/>
                <a:cs typeface="Segoe UI"/>
              </a:defRPr>
            </a:defPPr>
            <a:lvl1pPr algn="l">
              <a:defRPr sz="1800" b="0">
                <a:solidFill>
                  <a:srgbClr val="F1C27B"/>
                </a:solidFill>
                <a:latin typeface="Segoe UI"/>
                <a:ea typeface="Segoe UI"/>
                <a:cs typeface="Segoe UI"/>
              </a:defRPr>
            </a:lvl1pPr>
            <a:lvl2pPr algn="l">
              <a:defRPr sz="1800" b="0">
                <a:solidFill>
                  <a:srgbClr val="F1C27B"/>
                </a:solidFill>
                <a:latin typeface="Segoe UI"/>
                <a:ea typeface="Segoe UI"/>
                <a:cs typeface="Segoe UI"/>
              </a:defRPr>
            </a:lvl2pPr>
            <a:lvl3pPr algn="l">
              <a:defRPr sz="1800" b="0">
                <a:solidFill>
                  <a:srgbClr val="F1C27B"/>
                </a:solidFill>
                <a:latin typeface="Segoe UI"/>
                <a:ea typeface="Segoe UI"/>
                <a:cs typeface="Segoe UI"/>
              </a:defRPr>
            </a:lvl3pPr>
            <a:lvl4pPr algn="l">
              <a:defRPr sz="1800" b="0">
                <a:solidFill>
                  <a:srgbClr val="F1C27B"/>
                </a:solidFill>
                <a:latin typeface="Segoe UI"/>
                <a:ea typeface="Segoe UI"/>
                <a:cs typeface="Segoe UI"/>
              </a:defRPr>
            </a:lvl4pPr>
            <a:lvl5pPr algn="l">
              <a:defRPr sz="1800" b="0">
                <a:solidFill>
                  <a:srgbClr val="F1C27B"/>
                </a:solidFill>
                <a:latin typeface="Segoe UI"/>
                <a:ea typeface="Segoe UI"/>
                <a:cs typeface="Segoe UI"/>
              </a:defRPr>
            </a:lvl5pPr>
            <a:lvl6pPr algn="l">
              <a:defRPr sz="1800" b="0">
                <a:solidFill>
                  <a:srgbClr val="F1C27B"/>
                </a:solidFill>
                <a:latin typeface="Segoe UI"/>
                <a:ea typeface="Segoe UI"/>
                <a:cs typeface="Segoe UI"/>
              </a:defRPr>
            </a:lvl6pPr>
            <a:lvl7pPr algn="l">
              <a:defRPr sz="1800" b="0">
                <a:solidFill>
                  <a:srgbClr val="F1C27B"/>
                </a:solidFill>
                <a:latin typeface="Segoe UI"/>
                <a:ea typeface="Segoe UI"/>
                <a:cs typeface="Segoe UI"/>
              </a:defRPr>
            </a:lvl7pPr>
            <a:lvl8pPr algn="l">
              <a:defRPr sz="1800" b="0">
                <a:solidFill>
                  <a:srgbClr val="F1C27B"/>
                </a:solidFill>
                <a:latin typeface="Segoe UI"/>
                <a:ea typeface="Segoe UI"/>
                <a:cs typeface="Segoe UI"/>
              </a:defRPr>
            </a:lvl8pPr>
            <a:lvl9pPr algn="l">
              <a:defRPr sz="1800" b="0">
                <a:solidFill>
                  <a:srgbClr val="F1C27B"/>
                </a:solidFill>
                <a:latin typeface="Segoe UI"/>
                <a:ea typeface="Segoe UI"/>
                <a:cs typeface="Segoe UI"/>
              </a:defRPr>
            </a:lvl9pPr>
          </a:lstStyle>
          <a:p xmlns:a="http://schemas.openxmlformats.org/drawingml/2006/main">
            <a:pPr algn="l">
              <a:defRPr sz="1800" b="0">
                <a:solidFill>
                  <a:srgbClr val="F1C27B"/>
                </a:solidFill>
                <a:latin typeface="Segoe UI"/>
                <a:ea typeface="Segoe UI"/>
                <a:cs typeface="Segoe UI"/>
              </a:defRPr>
            </a:pPr>
            <a:r>
              <a:rPr sz="1800" b="0">
                <a:solidFill>
                  <a:srgbClr val="F1C27B"/>
                </a:solidFill>
                <a:latin typeface="Segoe UI"/>
                <a:ea typeface="Segoe UI"/>
                <a:cs typeface="Segoe UI"/>
              </a:rPr>
              <a:t>Historical experiment: PR #1 reports one Qwen eligibility-stage acceptance.</a:t>
            </a:r>
          </a:p>
        </p:txBody>
      </p:sp>
      <p:sp>
        <p:nvSpPr>
          <p:cNvPr id="13" name="text-162">
            <a:extLst xmlns:a="http://schemas.openxmlformats.org/drawingml/2006/main">
              <a:ext uri="{FF2B5EF4-FFF2-40B4-BE49-F238E27FC236}">
                <a16:creationId xmlns:a16="http://schemas.microsoft.com/office/drawing/2014/main" id="{B7231FEB-8463-405D-B312-F3DD22423330}"/>
              </a:ext>
            </a:extLst>
          </p:cNvPr>
          <p:cNvSpPr>
            <a:spLocks xmlns:a="http://schemas.openxmlformats.org/drawingml/2006/main" noGrp="1"/>
          </p:cNvSpPr>
          <p:nvPr/>
        </p:nvSpPr>
        <p:spPr>
          <a:xfrm xmlns:a="http://schemas.openxmlformats.org/drawingml/2006/main">
            <a:off x="609600" y="51244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Raw run not inspected. No repeatability, causation, or full-feature acceptance claim.</a:t>
            </a:r>
          </a:p>
        </p:txBody>
      </p:sp>
      <p:sp>
        <p:nvSpPr>
          <p:cNvPr id="14" name="shape-163">
            <a:extLst xmlns:a="http://schemas.openxmlformats.org/drawingml/2006/main">
              <a:ext uri="{FF2B5EF4-FFF2-40B4-BE49-F238E27FC236}">
                <a16:creationId xmlns:a16="http://schemas.microsoft.com/office/drawing/2014/main" id="{5E32D234-B3E7-4A80-806A-86316447FF31}"/>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15" name="text-164">
            <a:extLst xmlns:a="http://schemas.openxmlformats.org/drawingml/2006/main">
              <a:ext uri="{FF2B5EF4-FFF2-40B4-BE49-F238E27FC236}">
                <a16:creationId xmlns:a16="http://schemas.microsoft.com/office/drawing/2014/main" id="{056A4C6F-7140-4F95-8805-0064356B1C1D}"/>
              </a:ext>
            </a:extLst>
          </p:cNvPr>
          <p:cNvSpPr>
            <a:spLocks xmlns:a="http://schemas.openxmlformats.org/drawingml/2006/main" noGrp="1"/>
          </p:cNvSpPr>
          <p:nvPr/>
        </p:nvSpPr>
        <p:spPr>
          <a:xfrm xmlns:a="http://schemas.openxmlformats.org/drawingml/2006/main">
            <a:off x="609600" y="57816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BBC9D1"/>
                </a:solidFill>
                <a:latin typeface="Segoe UI"/>
                <a:ea typeface="Segoe UI"/>
                <a:cs typeface="Segoe UI"/>
              </a:defRPr>
            </a:defPPr>
            <a:lvl1pPr algn="l">
              <a:defRPr sz="1725" b="0">
                <a:solidFill>
                  <a:srgbClr val="BBC9D1"/>
                </a:solidFill>
                <a:latin typeface="Segoe UI"/>
                <a:ea typeface="Segoe UI"/>
                <a:cs typeface="Segoe UI"/>
              </a:defRPr>
            </a:lvl1pPr>
            <a:lvl2pPr algn="l">
              <a:defRPr sz="1725" b="0">
                <a:solidFill>
                  <a:srgbClr val="BBC9D1"/>
                </a:solidFill>
                <a:latin typeface="Segoe UI"/>
                <a:ea typeface="Segoe UI"/>
                <a:cs typeface="Segoe UI"/>
              </a:defRPr>
            </a:lvl2pPr>
            <a:lvl3pPr algn="l">
              <a:defRPr sz="1725" b="0">
                <a:solidFill>
                  <a:srgbClr val="BBC9D1"/>
                </a:solidFill>
                <a:latin typeface="Segoe UI"/>
                <a:ea typeface="Segoe UI"/>
                <a:cs typeface="Segoe UI"/>
              </a:defRPr>
            </a:lvl3pPr>
            <a:lvl4pPr algn="l">
              <a:defRPr sz="1725" b="0">
                <a:solidFill>
                  <a:srgbClr val="BBC9D1"/>
                </a:solidFill>
                <a:latin typeface="Segoe UI"/>
                <a:ea typeface="Segoe UI"/>
                <a:cs typeface="Segoe UI"/>
              </a:defRPr>
            </a:lvl4pPr>
            <a:lvl5pPr algn="l">
              <a:defRPr sz="1725" b="0">
                <a:solidFill>
                  <a:srgbClr val="BBC9D1"/>
                </a:solidFill>
                <a:latin typeface="Segoe UI"/>
                <a:ea typeface="Segoe UI"/>
                <a:cs typeface="Segoe UI"/>
              </a:defRPr>
            </a:lvl5pPr>
            <a:lvl6pPr algn="l">
              <a:defRPr sz="1725" b="0">
                <a:solidFill>
                  <a:srgbClr val="BBC9D1"/>
                </a:solidFill>
                <a:latin typeface="Segoe UI"/>
                <a:ea typeface="Segoe UI"/>
                <a:cs typeface="Segoe UI"/>
              </a:defRPr>
            </a:lvl6pPr>
            <a:lvl7pPr algn="l">
              <a:defRPr sz="1725" b="0">
                <a:solidFill>
                  <a:srgbClr val="BBC9D1"/>
                </a:solidFill>
                <a:latin typeface="Segoe UI"/>
                <a:ea typeface="Segoe UI"/>
                <a:cs typeface="Segoe UI"/>
              </a:defRPr>
            </a:lvl7pPr>
            <a:lvl8pPr algn="l">
              <a:defRPr sz="1725" b="0">
                <a:solidFill>
                  <a:srgbClr val="BBC9D1"/>
                </a:solidFill>
                <a:latin typeface="Segoe UI"/>
                <a:ea typeface="Segoe UI"/>
                <a:cs typeface="Segoe UI"/>
              </a:defRPr>
            </a:lvl8pPr>
            <a:lvl9pPr algn="l">
              <a:defRPr sz="1725" b="0">
                <a:solidFill>
                  <a:srgbClr val="BBC9D1"/>
                </a:solidFill>
                <a:latin typeface="Segoe UI"/>
                <a:ea typeface="Segoe UI"/>
                <a:cs typeface="Segoe UI"/>
              </a:defRPr>
            </a:lvl9pPr>
          </a:lstStyle>
          <a:p xmlns:a="http://schemas.openxmlformats.org/drawingml/2006/main">
            <a:pPr algn="l">
              <a:defRPr sz="1725" b="0">
                <a:solidFill>
                  <a:srgbClr val="BBC9D1"/>
                </a:solidFill>
                <a:latin typeface="Segoe UI"/>
                <a:ea typeface="Segoe UI"/>
                <a:cs typeface="Segoe UI"/>
              </a:defRPr>
            </a:pPr>
            <a:r>
              <a:rPr sz="1725" b="0">
                <a:solidFill>
                  <a:srgbClr val="BBC9D1"/>
                </a:solidFill>
                <a:latin typeface="Segoe UI"/>
                <a:ea typeface="Segoe UI"/>
                <a:cs typeface="Segoe UI"/>
              </a:rPr>
              <a:t>No sandbox. Git-visible changes only. Caller-selected checks. Point-in-time freshness.</a:t>
            </a:r>
          </a:p>
        </p:txBody>
      </p:sp>
      <p:sp>
        <p:nvSpPr>
          <p:cNvPr id="16" name="text-165">
            <a:extLst xmlns:a="http://schemas.openxmlformats.org/drawingml/2006/main">
              <a:ext uri="{FF2B5EF4-FFF2-40B4-BE49-F238E27FC236}">
                <a16:creationId xmlns:a16="http://schemas.microsoft.com/office/drawing/2014/main" id="{08FCA0ED-6C1B-46C5-AB02-304C2A600301}"/>
              </a:ext>
            </a:extLst>
          </p:cNvPr>
          <p:cNvSpPr>
            <a:spLocks xmlns:a="http://schemas.openxmlformats.org/drawingml/2006/main" noGrp="1"/>
          </p:cNvSpPr>
          <p:nvPr/>
        </p:nvSpPr>
        <p:spPr>
          <a:xfrm xmlns:a="http://schemas.openxmlformats.org/drawingml/2006/main">
            <a:off x="609600" y="61055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E5A0AA"/>
                </a:solidFill>
                <a:latin typeface="Segoe UI"/>
                <a:ea typeface="Segoe UI"/>
                <a:cs typeface="Segoe UI"/>
              </a:defRPr>
            </a:defPPr>
            <a:lvl1pPr algn="l">
              <a:defRPr sz="1575" b="1">
                <a:solidFill>
                  <a:srgbClr val="E5A0AA"/>
                </a:solidFill>
                <a:latin typeface="Segoe UI"/>
                <a:ea typeface="Segoe UI"/>
                <a:cs typeface="Segoe UI"/>
              </a:defRPr>
            </a:lvl1pPr>
            <a:lvl2pPr algn="l">
              <a:defRPr sz="1575" b="1">
                <a:solidFill>
                  <a:srgbClr val="E5A0AA"/>
                </a:solidFill>
                <a:latin typeface="Segoe UI"/>
                <a:ea typeface="Segoe UI"/>
                <a:cs typeface="Segoe UI"/>
              </a:defRPr>
            </a:lvl2pPr>
            <a:lvl3pPr algn="l">
              <a:defRPr sz="1575" b="1">
                <a:solidFill>
                  <a:srgbClr val="E5A0AA"/>
                </a:solidFill>
                <a:latin typeface="Segoe UI"/>
                <a:ea typeface="Segoe UI"/>
                <a:cs typeface="Segoe UI"/>
              </a:defRPr>
            </a:lvl3pPr>
            <a:lvl4pPr algn="l">
              <a:defRPr sz="1575" b="1">
                <a:solidFill>
                  <a:srgbClr val="E5A0AA"/>
                </a:solidFill>
                <a:latin typeface="Segoe UI"/>
                <a:ea typeface="Segoe UI"/>
                <a:cs typeface="Segoe UI"/>
              </a:defRPr>
            </a:lvl4pPr>
            <a:lvl5pPr algn="l">
              <a:defRPr sz="1575" b="1">
                <a:solidFill>
                  <a:srgbClr val="E5A0AA"/>
                </a:solidFill>
                <a:latin typeface="Segoe UI"/>
                <a:ea typeface="Segoe UI"/>
                <a:cs typeface="Segoe UI"/>
              </a:defRPr>
            </a:lvl5pPr>
            <a:lvl6pPr algn="l">
              <a:defRPr sz="1575" b="1">
                <a:solidFill>
                  <a:srgbClr val="E5A0AA"/>
                </a:solidFill>
                <a:latin typeface="Segoe UI"/>
                <a:ea typeface="Segoe UI"/>
                <a:cs typeface="Segoe UI"/>
              </a:defRPr>
            </a:lvl6pPr>
            <a:lvl7pPr algn="l">
              <a:defRPr sz="1575" b="1">
                <a:solidFill>
                  <a:srgbClr val="E5A0AA"/>
                </a:solidFill>
                <a:latin typeface="Segoe UI"/>
                <a:ea typeface="Segoe UI"/>
                <a:cs typeface="Segoe UI"/>
              </a:defRPr>
            </a:lvl7pPr>
            <a:lvl8pPr algn="l">
              <a:defRPr sz="1575" b="1">
                <a:solidFill>
                  <a:srgbClr val="E5A0AA"/>
                </a:solidFill>
                <a:latin typeface="Segoe UI"/>
                <a:ea typeface="Segoe UI"/>
                <a:cs typeface="Segoe UI"/>
              </a:defRPr>
            </a:lvl8pPr>
            <a:lvl9pPr algn="l">
              <a:defRPr sz="1575" b="1">
                <a:solidFill>
                  <a:srgbClr val="E5A0AA"/>
                </a:solidFill>
                <a:latin typeface="Segoe UI"/>
                <a:ea typeface="Segoe UI"/>
                <a:cs typeface="Segoe UI"/>
              </a:defRPr>
            </a:lvl9pPr>
          </a:lstStyle>
          <a:p xmlns:a="http://schemas.openxmlformats.org/drawingml/2006/main">
            <a:pPr algn="l">
              <a:defRPr sz="1575" b="1">
                <a:solidFill>
                  <a:srgbClr val="E5A0AA"/>
                </a:solidFill>
                <a:latin typeface="Segoe UI"/>
                <a:ea typeface="Segoe UI"/>
                <a:cs typeface="Segoe UI"/>
              </a:defRPr>
            </a:pPr>
            <a:r>
              <a:rPr sz="1575" b="1">
                <a:solidFill>
                  <a:srgbClr val="E5A0AA"/>
                </a:solidFill>
                <a:latin typeface="Segoe UI"/>
                <a:ea typeface="Segoe UI"/>
                <a:cs typeface="Segoe UI"/>
              </a:rPr>
              <a:t>Not established: production readiness, broad console/backend support, or semantic correctness.</a:t>
            </a:r>
          </a:p>
        </p:txBody>
      </p:sp>
    </p:spTree>
    <p:extLst>
      <p:ext uri="{BB962C8B-B14F-4D97-AF65-F5344CB8AC3E}">
        <p14:creationId xmlns:p14="http://schemas.microsoft.com/office/powerpoint/2010/main" val="1110967841"/>
      </p:ext>
    </p:extLst>
  </p:cSld>
</p:sld>
</file>

<file path=ppt/slides/slide8.xml><?xml version="1.0" encoding="utf-8"?>
<p:sld xmlns:p="http://schemas.openxmlformats.org/presentationml/2006/main">
  <p:cSld>
    <p:bg>
      <p:bgPr>
        <a:solidFill xmlns:a="http://schemas.openxmlformats.org/drawingml/2006/main">
          <a:srgbClr val="11191F"/>
        </a:solidFill>
      </p:bgPr>
    </p:bg>
    <p:spTree>
      <p:nvGrpSpPr>
        <p:cNvPr id="1" name=""/>
        <p:cNvGrpSpPr/>
        <p:nvPr/>
      </p:nvGrpSpPr>
      <p:grpSpPr>
        <a:xfrm xmlns:a="http://schemas.openxmlformats.org/drawingml/2006/main"/>
      </p:grpSpPr>
      <p:sp>
        <p:nvSpPr>
          <p:cNvPr id="16" name="text-166">
            <a:extLst xmlns:a="http://schemas.openxmlformats.org/drawingml/2006/main">
              <a:ext uri="{FF2B5EF4-FFF2-40B4-BE49-F238E27FC236}">
                <a16:creationId xmlns:a16="http://schemas.microsoft.com/office/drawing/2014/main" id="{5B88E23F-F3F6-4204-BCAE-5FC6EFE13E5D}"/>
              </a:ext>
            </a:extLst>
          </p:cNvPr>
          <p:cNvSpPr>
            <a:spLocks xmlns:a="http://schemas.openxmlformats.org/drawingml/2006/main" noGrp="1"/>
          </p:cNvSpPr>
          <p:nvPr/>
        </p:nvSpPr>
        <p:spPr>
          <a:xfrm xmlns:a="http://schemas.openxmlformats.org/drawingml/2006/main">
            <a:off x="609600" y="409575"/>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F2F6F8"/>
                </a:solidFill>
                <a:latin typeface="Segoe UI"/>
                <a:ea typeface="Segoe UI"/>
                <a:cs typeface="Segoe UI"/>
              </a:defRPr>
            </a:defPPr>
            <a:lvl1pPr algn="l">
              <a:defRPr sz="3300" b="1">
                <a:solidFill>
                  <a:srgbClr val="F2F6F8"/>
                </a:solidFill>
                <a:latin typeface="Segoe UI"/>
                <a:ea typeface="Segoe UI"/>
                <a:cs typeface="Segoe UI"/>
              </a:defRPr>
            </a:lvl1pPr>
            <a:lvl2pPr algn="l">
              <a:defRPr sz="3300" b="1">
                <a:solidFill>
                  <a:srgbClr val="F2F6F8"/>
                </a:solidFill>
                <a:latin typeface="Segoe UI"/>
                <a:ea typeface="Segoe UI"/>
                <a:cs typeface="Segoe UI"/>
              </a:defRPr>
            </a:lvl2pPr>
            <a:lvl3pPr algn="l">
              <a:defRPr sz="3300" b="1">
                <a:solidFill>
                  <a:srgbClr val="F2F6F8"/>
                </a:solidFill>
                <a:latin typeface="Segoe UI"/>
                <a:ea typeface="Segoe UI"/>
                <a:cs typeface="Segoe UI"/>
              </a:defRPr>
            </a:lvl3pPr>
            <a:lvl4pPr algn="l">
              <a:defRPr sz="3300" b="1">
                <a:solidFill>
                  <a:srgbClr val="F2F6F8"/>
                </a:solidFill>
                <a:latin typeface="Segoe UI"/>
                <a:ea typeface="Segoe UI"/>
                <a:cs typeface="Segoe UI"/>
              </a:defRPr>
            </a:lvl4pPr>
            <a:lvl5pPr algn="l">
              <a:defRPr sz="3300" b="1">
                <a:solidFill>
                  <a:srgbClr val="F2F6F8"/>
                </a:solidFill>
                <a:latin typeface="Segoe UI"/>
                <a:ea typeface="Segoe UI"/>
                <a:cs typeface="Segoe UI"/>
              </a:defRPr>
            </a:lvl5pPr>
            <a:lvl6pPr algn="l">
              <a:defRPr sz="3300" b="1">
                <a:solidFill>
                  <a:srgbClr val="F2F6F8"/>
                </a:solidFill>
                <a:latin typeface="Segoe UI"/>
                <a:ea typeface="Segoe UI"/>
                <a:cs typeface="Segoe UI"/>
              </a:defRPr>
            </a:lvl6pPr>
            <a:lvl7pPr algn="l">
              <a:defRPr sz="3300" b="1">
                <a:solidFill>
                  <a:srgbClr val="F2F6F8"/>
                </a:solidFill>
                <a:latin typeface="Segoe UI"/>
                <a:ea typeface="Segoe UI"/>
                <a:cs typeface="Segoe UI"/>
              </a:defRPr>
            </a:lvl7pPr>
            <a:lvl8pPr algn="l">
              <a:defRPr sz="3300" b="1">
                <a:solidFill>
                  <a:srgbClr val="F2F6F8"/>
                </a:solidFill>
                <a:latin typeface="Segoe UI"/>
                <a:ea typeface="Segoe UI"/>
                <a:cs typeface="Segoe UI"/>
              </a:defRPr>
            </a:lvl8pPr>
            <a:lvl9pPr algn="l">
              <a:defRPr sz="3300" b="1">
                <a:solidFill>
                  <a:srgbClr val="F2F6F8"/>
                </a:solidFill>
                <a:latin typeface="Segoe UI"/>
                <a:ea typeface="Segoe UI"/>
                <a:cs typeface="Segoe UI"/>
              </a:defRPr>
            </a:lvl9pPr>
          </a:lstStyle>
          <a:p xmlns:a="http://schemas.openxmlformats.org/drawingml/2006/main">
            <a:pPr algn="l">
              <a:defRPr sz="3300" b="1">
                <a:solidFill>
                  <a:srgbClr val="F2F6F8"/>
                </a:solidFill>
                <a:latin typeface="Segoe UI"/>
                <a:ea typeface="Segoe UI"/>
                <a:cs typeface="Segoe UI"/>
              </a:defRPr>
            </a:pPr>
            <a:r>
              <a:rPr sz="3300" b="1">
                <a:solidFill>
                  <a:srgbClr val="F2F6F8"/>
                </a:solidFill>
                <a:latin typeface="Segoe UI"/>
                <a:ea typeface="Segoe UI"/>
                <a:cs typeface="Segoe UI"/>
              </a:rPr>
              <a:t>Engineering contribution and lessons</a:t>
            </a:r>
          </a:p>
        </p:txBody>
      </p:sp>
      <p:sp>
        <p:nvSpPr>
          <p:cNvPr id="2" name="shape-167">
            <a:extLst xmlns:a="http://schemas.openxmlformats.org/drawingml/2006/main">
              <a:ext uri="{FF2B5EF4-FFF2-40B4-BE49-F238E27FC236}">
                <a16:creationId xmlns:a16="http://schemas.microsoft.com/office/drawing/2014/main" id="{D0572E67-71D4-4B27-8D8D-1CA4F4DEA61A}"/>
              </a:ext>
            </a:extLst>
          </p:cNvPr>
          <p:cNvSpPr>
            <a:spLocks xmlns:a="http://schemas.openxmlformats.org/drawingml/2006/main" noGrp="1"/>
          </p:cNvSpPr>
          <p:nvPr/>
        </p:nvSpPr>
        <p:spPr>
          <a:xfrm xmlns:a="http://schemas.openxmlformats.org/drawingml/2006/main">
            <a:off x="609600" y="1438275"/>
            <a:ext cx="1097280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3" name="text-168">
            <a:extLst xmlns:a="http://schemas.openxmlformats.org/drawingml/2006/main">
              <a:ext uri="{FF2B5EF4-FFF2-40B4-BE49-F238E27FC236}">
                <a16:creationId xmlns:a16="http://schemas.microsoft.com/office/drawing/2014/main" id="{B1AFECA0-7DCD-4314-9CE2-AD2745485270}"/>
              </a:ext>
            </a:extLst>
          </p:cNvPr>
          <p:cNvSpPr>
            <a:spLocks xmlns:a="http://schemas.openxmlformats.org/drawingml/2006/main" noGrp="1"/>
          </p:cNvSpPr>
          <p:nvPr/>
        </p:nvSpPr>
        <p:spPr>
          <a:xfrm xmlns:a="http://schemas.openxmlformats.org/drawingml/2006/main">
            <a:off x="609600" y="6419850"/>
            <a:ext cx="647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050" b="0">
                <a:solidFill>
                  <a:srgbClr val="BBC9D1"/>
                </a:solidFill>
                <a:latin typeface="Segoe UI"/>
                <a:ea typeface="Segoe UI"/>
                <a:cs typeface="Segoe UI"/>
              </a:defRPr>
            </a:defPPr>
            <a:lvl1pPr algn="l">
              <a:defRPr sz="1050" b="0">
                <a:solidFill>
                  <a:srgbClr val="BBC9D1"/>
                </a:solidFill>
                <a:latin typeface="Segoe UI"/>
                <a:ea typeface="Segoe UI"/>
                <a:cs typeface="Segoe UI"/>
              </a:defRPr>
            </a:lvl1pPr>
            <a:lvl2pPr algn="l">
              <a:defRPr sz="1050" b="0">
                <a:solidFill>
                  <a:srgbClr val="BBC9D1"/>
                </a:solidFill>
                <a:latin typeface="Segoe UI"/>
                <a:ea typeface="Segoe UI"/>
                <a:cs typeface="Segoe UI"/>
              </a:defRPr>
            </a:lvl2pPr>
            <a:lvl3pPr algn="l">
              <a:defRPr sz="1050" b="0">
                <a:solidFill>
                  <a:srgbClr val="BBC9D1"/>
                </a:solidFill>
                <a:latin typeface="Segoe UI"/>
                <a:ea typeface="Segoe UI"/>
                <a:cs typeface="Segoe UI"/>
              </a:defRPr>
            </a:lvl3pPr>
            <a:lvl4pPr algn="l">
              <a:defRPr sz="1050" b="0">
                <a:solidFill>
                  <a:srgbClr val="BBC9D1"/>
                </a:solidFill>
                <a:latin typeface="Segoe UI"/>
                <a:ea typeface="Segoe UI"/>
                <a:cs typeface="Segoe UI"/>
              </a:defRPr>
            </a:lvl4pPr>
            <a:lvl5pPr algn="l">
              <a:defRPr sz="1050" b="0">
                <a:solidFill>
                  <a:srgbClr val="BBC9D1"/>
                </a:solidFill>
                <a:latin typeface="Segoe UI"/>
                <a:ea typeface="Segoe UI"/>
                <a:cs typeface="Segoe UI"/>
              </a:defRPr>
            </a:lvl5pPr>
            <a:lvl6pPr algn="l">
              <a:defRPr sz="1050" b="0">
                <a:solidFill>
                  <a:srgbClr val="BBC9D1"/>
                </a:solidFill>
                <a:latin typeface="Segoe UI"/>
                <a:ea typeface="Segoe UI"/>
                <a:cs typeface="Segoe UI"/>
              </a:defRPr>
            </a:lvl6pPr>
            <a:lvl7pPr algn="l">
              <a:defRPr sz="1050" b="0">
                <a:solidFill>
                  <a:srgbClr val="BBC9D1"/>
                </a:solidFill>
                <a:latin typeface="Segoe UI"/>
                <a:ea typeface="Segoe UI"/>
                <a:cs typeface="Segoe UI"/>
              </a:defRPr>
            </a:lvl7pPr>
            <a:lvl8pPr algn="l">
              <a:defRPr sz="1050" b="0">
                <a:solidFill>
                  <a:srgbClr val="BBC9D1"/>
                </a:solidFill>
                <a:latin typeface="Segoe UI"/>
                <a:ea typeface="Segoe UI"/>
                <a:cs typeface="Segoe UI"/>
              </a:defRPr>
            </a:lvl8pPr>
            <a:lvl9pPr algn="l">
              <a:defRPr sz="1050" b="0">
                <a:solidFill>
                  <a:srgbClr val="BBC9D1"/>
                </a:solidFill>
                <a:latin typeface="Segoe UI"/>
                <a:ea typeface="Segoe UI"/>
                <a:cs typeface="Segoe UI"/>
              </a:defRPr>
            </a:lvl9pPr>
          </a:lstStyle>
          <a:p xmlns:a="http://schemas.openxmlformats.org/drawingml/2006/main">
            <a:pPr algn="l">
              <a:defRPr sz="1050" b="0">
                <a:solidFill>
                  <a:srgbClr val="BBC9D1"/>
                </a:solidFill>
                <a:latin typeface="Segoe UI"/>
                <a:ea typeface="Segoe UI"/>
                <a:cs typeface="Segoe UI"/>
              </a:defRPr>
            </a:pPr>
            <a:r>
              <a:rPr sz="1050" b="0">
                <a:solidFill>
                  <a:srgbClr val="BBC9D1"/>
                </a:solidFill>
                <a:latin typeface="Segoe UI"/>
                <a:ea typeface="Segoe UI"/>
                <a:cs typeface="Segoe UI"/>
              </a:rPr>
              <a:t>CODING AGENT HARNESS</a:t>
            </a:r>
          </a:p>
        </p:txBody>
      </p:sp>
      <p:sp>
        <p:nvSpPr>
          <p:cNvPr id="4" name="text-169">
            <a:extLst xmlns:a="http://schemas.openxmlformats.org/drawingml/2006/main">
              <a:ext uri="{FF2B5EF4-FFF2-40B4-BE49-F238E27FC236}">
                <a16:creationId xmlns:a16="http://schemas.microsoft.com/office/drawing/2014/main" id="{9DEDF8AA-92EB-4B57-BE2B-C63ADB1B9578}"/>
              </a:ext>
            </a:extLst>
          </p:cNvPr>
          <p:cNvSpPr>
            <a:spLocks xmlns:a="http://schemas.openxmlformats.org/drawingml/2006/main" noGrp="1"/>
          </p:cNvSpPr>
          <p:nvPr/>
        </p:nvSpPr>
        <p:spPr>
          <a:xfrm xmlns:a="http://schemas.openxmlformats.org/drawingml/2006/main">
            <a:off x="10629900" y="641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0">
                <a:solidFill>
                  <a:srgbClr val="BBC9D1"/>
                </a:solidFill>
                <a:latin typeface="Segoe UI"/>
                <a:ea typeface="Segoe UI"/>
                <a:cs typeface="Segoe UI"/>
              </a:defRPr>
            </a:defPPr>
            <a:lvl1pPr algn="r">
              <a:defRPr sz="1050" b="0">
                <a:solidFill>
                  <a:srgbClr val="BBC9D1"/>
                </a:solidFill>
                <a:latin typeface="Segoe UI"/>
                <a:ea typeface="Segoe UI"/>
                <a:cs typeface="Segoe UI"/>
              </a:defRPr>
            </a:lvl1pPr>
            <a:lvl2pPr algn="r">
              <a:defRPr sz="1050" b="0">
                <a:solidFill>
                  <a:srgbClr val="BBC9D1"/>
                </a:solidFill>
                <a:latin typeface="Segoe UI"/>
                <a:ea typeface="Segoe UI"/>
                <a:cs typeface="Segoe UI"/>
              </a:defRPr>
            </a:lvl2pPr>
            <a:lvl3pPr algn="r">
              <a:defRPr sz="1050" b="0">
                <a:solidFill>
                  <a:srgbClr val="BBC9D1"/>
                </a:solidFill>
                <a:latin typeface="Segoe UI"/>
                <a:ea typeface="Segoe UI"/>
                <a:cs typeface="Segoe UI"/>
              </a:defRPr>
            </a:lvl3pPr>
            <a:lvl4pPr algn="r">
              <a:defRPr sz="1050" b="0">
                <a:solidFill>
                  <a:srgbClr val="BBC9D1"/>
                </a:solidFill>
                <a:latin typeface="Segoe UI"/>
                <a:ea typeface="Segoe UI"/>
                <a:cs typeface="Segoe UI"/>
              </a:defRPr>
            </a:lvl4pPr>
            <a:lvl5pPr algn="r">
              <a:defRPr sz="1050" b="0">
                <a:solidFill>
                  <a:srgbClr val="BBC9D1"/>
                </a:solidFill>
                <a:latin typeface="Segoe UI"/>
                <a:ea typeface="Segoe UI"/>
                <a:cs typeface="Segoe UI"/>
              </a:defRPr>
            </a:lvl5pPr>
            <a:lvl6pPr algn="r">
              <a:defRPr sz="1050" b="0">
                <a:solidFill>
                  <a:srgbClr val="BBC9D1"/>
                </a:solidFill>
                <a:latin typeface="Segoe UI"/>
                <a:ea typeface="Segoe UI"/>
                <a:cs typeface="Segoe UI"/>
              </a:defRPr>
            </a:lvl6pPr>
            <a:lvl7pPr algn="r">
              <a:defRPr sz="1050" b="0">
                <a:solidFill>
                  <a:srgbClr val="BBC9D1"/>
                </a:solidFill>
                <a:latin typeface="Segoe UI"/>
                <a:ea typeface="Segoe UI"/>
                <a:cs typeface="Segoe UI"/>
              </a:defRPr>
            </a:lvl7pPr>
            <a:lvl8pPr algn="r">
              <a:defRPr sz="1050" b="0">
                <a:solidFill>
                  <a:srgbClr val="BBC9D1"/>
                </a:solidFill>
                <a:latin typeface="Segoe UI"/>
                <a:ea typeface="Segoe UI"/>
                <a:cs typeface="Segoe UI"/>
              </a:defRPr>
            </a:lvl8pPr>
            <a:lvl9pPr algn="r">
              <a:defRPr sz="1050" b="0">
                <a:solidFill>
                  <a:srgbClr val="BBC9D1"/>
                </a:solidFill>
                <a:latin typeface="Segoe UI"/>
                <a:ea typeface="Segoe UI"/>
                <a:cs typeface="Segoe UI"/>
              </a:defRPr>
            </a:lvl9pPr>
          </a:lstStyle>
          <a:p xmlns:a="http://schemas.openxmlformats.org/drawingml/2006/main">
            <a:pPr algn="r">
              <a:defRPr sz="1050" b="0">
                <a:solidFill>
                  <a:srgbClr val="BBC9D1"/>
                </a:solidFill>
                <a:latin typeface="Segoe UI"/>
                <a:ea typeface="Segoe UI"/>
                <a:cs typeface="Segoe UI"/>
              </a:defRPr>
            </a:pPr>
            <a:r>
              <a:rPr sz="1050" b="0">
                <a:solidFill>
                  <a:srgbClr val="BBC9D1"/>
                </a:solidFill>
                <a:latin typeface="Segoe UI"/>
                <a:ea typeface="Segoe UI"/>
                <a:cs typeface="Segoe UI"/>
              </a:rPr>
              <a:t>08 / 08</a:t>
            </a:r>
          </a:p>
        </p:txBody>
      </p:sp>
      <p:sp>
        <p:nvSpPr>
          <p:cNvPr id="5" name="text-170">
            <a:extLst xmlns:a="http://schemas.openxmlformats.org/drawingml/2006/main">
              <a:ext uri="{FF2B5EF4-FFF2-40B4-BE49-F238E27FC236}">
                <a16:creationId xmlns:a16="http://schemas.microsoft.com/office/drawing/2014/main" id="{750956E2-1587-43F4-A3F3-892715E2B51B}"/>
              </a:ext>
            </a:extLst>
          </p:cNvPr>
          <p:cNvSpPr>
            <a:spLocks xmlns:a="http://schemas.openxmlformats.org/drawingml/2006/main" noGrp="1"/>
          </p:cNvSpPr>
          <p:nvPr/>
        </p:nvSpPr>
        <p:spPr>
          <a:xfrm xmlns:a="http://schemas.openxmlformats.org/drawingml/2006/main">
            <a:off x="609600" y="17716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6DE0CE"/>
                </a:solidFill>
                <a:latin typeface="Segoe UI"/>
                <a:ea typeface="Segoe UI"/>
                <a:cs typeface="Segoe UI"/>
              </a:defRPr>
            </a:defPPr>
            <a:lvl1pPr algn="l">
              <a:defRPr sz="1350" b="1">
                <a:solidFill>
                  <a:srgbClr val="6DE0CE"/>
                </a:solidFill>
                <a:latin typeface="Segoe UI"/>
                <a:ea typeface="Segoe UI"/>
                <a:cs typeface="Segoe UI"/>
              </a:defRPr>
            </a:lvl1pPr>
            <a:lvl2pPr algn="l">
              <a:defRPr sz="1350" b="1">
                <a:solidFill>
                  <a:srgbClr val="6DE0CE"/>
                </a:solidFill>
                <a:latin typeface="Segoe UI"/>
                <a:ea typeface="Segoe UI"/>
                <a:cs typeface="Segoe UI"/>
              </a:defRPr>
            </a:lvl2pPr>
            <a:lvl3pPr algn="l">
              <a:defRPr sz="1350" b="1">
                <a:solidFill>
                  <a:srgbClr val="6DE0CE"/>
                </a:solidFill>
                <a:latin typeface="Segoe UI"/>
                <a:ea typeface="Segoe UI"/>
                <a:cs typeface="Segoe UI"/>
              </a:defRPr>
            </a:lvl3pPr>
            <a:lvl4pPr algn="l">
              <a:defRPr sz="1350" b="1">
                <a:solidFill>
                  <a:srgbClr val="6DE0CE"/>
                </a:solidFill>
                <a:latin typeface="Segoe UI"/>
                <a:ea typeface="Segoe UI"/>
                <a:cs typeface="Segoe UI"/>
              </a:defRPr>
            </a:lvl4pPr>
            <a:lvl5pPr algn="l">
              <a:defRPr sz="1350" b="1">
                <a:solidFill>
                  <a:srgbClr val="6DE0CE"/>
                </a:solidFill>
                <a:latin typeface="Segoe UI"/>
                <a:ea typeface="Segoe UI"/>
                <a:cs typeface="Segoe UI"/>
              </a:defRPr>
            </a:lvl5pPr>
            <a:lvl6pPr algn="l">
              <a:defRPr sz="1350" b="1">
                <a:solidFill>
                  <a:srgbClr val="6DE0CE"/>
                </a:solidFill>
                <a:latin typeface="Segoe UI"/>
                <a:ea typeface="Segoe UI"/>
                <a:cs typeface="Segoe UI"/>
              </a:defRPr>
            </a:lvl6pPr>
            <a:lvl7pPr algn="l">
              <a:defRPr sz="1350" b="1">
                <a:solidFill>
                  <a:srgbClr val="6DE0CE"/>
                </a:solidFill>
                <a:latin typeface="Segoe UI"/>
                <a:ea typeface="Segoe UI"/>
                <a:cs typeface="Segoe UI"/>
              </a:defRPr>
            </a:lvl7pPr>
            <a:lvl8pPr algn="l">
              <a:defRPr sz="1350" b="1">
                <a:solidFill>
                  <a:srgbClr val="6DE0CE"/>
                </a:solidFill>
                <a:latin typeface="Segoe UI"/>
                <a:ea typeface="Segoe UI"/>
                <a:cs typeface="Segoe UI"/>
              </a:defRPr>
            </a:lvl8pPr>
            <a:lvl9pPr algn="l">
              <a:defRPr sz="1350" b="1">
                <a:solidFill>
                  <a:srgbClr val="6DE0CE"/>
                </a:solidFill>
                <a:latin typeface="Segoe UI"/>
                <a:ea typeface="Segoe UI"/>
                <a:cs typeface="Segoe UI"/>
              </a:defRPr>
            </a:lvl9pPr>
          </a:lstStyle>
          <a:p xmlns:a="http://schemas.openxmlformats.org/drawingml/2006/main">
            <a:pPr algn="l">
              <a:defRPr sz="1350" b="1">
                <a:solidFill>
                  <a:srgbClr val="6DE0CE"/>
                </a:solidFill>
                <a:latin typeface="Segoe UI"/>
                <a:ea typeface="Segoe UI"/>
                <a:cs typeface="Segoe UI"/>
              </a:defRPr>
            </a:pPr>
            <a:r>
              <a:rPr sz="1350" b="1">
                <a:solidFill>
                  <a:srgbClr val="6DE0CE"/>
                </a:solidFill>
                <a:latin typeface="Segoe UI"/>
                <a:ea typeface="Segoe UI"/>
                <a:cs typeface="Segoe UI"/>
              </a:rPr>
              <a:t>OWNER-DIRECTED ENGINEERING</a:t>
            </a:r>
          </a:p>
        </p:txBody>
      </p:sp>
      <p:sp>
        <p:nvSpPr>
          <p:cNvPr id="6" name="text-171">
            <a:extLst xmlns:a="http://schemas.openxmlformats.org/drawingml/2006/main">
              <a:ext uri="{FF2B5EF4-FFF2-40B4-BE49-F238E27FC236}">
                <a16:creationId xmlns:a16="http://schemas.microsoft.com/office/drawing/2014/main" id="{3F4825BB-BBB7-4F32-A5C4-BD78D369B1B0}"/>
              </a:ext>
            </a:extLst>
          </p:cNvPr>
          <p:cNvSpPr>
            <a:spLocks xmlns:a="http://schemas.openxmlformats.org/drawingml/2006/main" noGrp="1"/>
          </p:cNvSpPr>
          <p:nvPr/>
        </p:nvSpPr>
        <p:spPr>
          <a:xfrm xmlns:a="http://schemas.openxmlformats.org/drawingml/2006/main">
            <a:off x="609600" y="2247900"/>
            <a:ext cx="61912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F2F6F8"/>
                </a:solidFill>
                <a:latin typeface="Segoe UI"/>
                <a:ea typeface="Segoe UI"/>
                <a:cs typeface="Segoe UI"/>
              </a:defRPr>
            </a:defPPr>
            <a:lvl1pPr algn="l">
              <a:defRPr sz="3450" b="1">
                <a:solidFill>
                  <a:srgbClr val="F2F6F8"/>
                </a:solidFill>
                <a:latin typeface="Segoe UI"/>
                <a:ea typeface="Segoe UI"/>
                <a:cs typeface="Segoe UI"/>
              </a:defRPr>
            </a:lvl1pPr>
            <a:lvl2pPr algn="l">
              <a:defRPr sz="3450" b="1">
                <a:solidFill>
                  <a:srgbClr val="F2F6F8"/>
                </a:solidFill>
                <a:latin typeface="Segoe UI"/>
                <a:ea typeface="Segoe UI"/>
                <a:cs typeface="Segoe UI"/>
              </a:defRPr>
            </a:lvl2pPr>
            <a:lvl3pPr algn="l">
              <a:defRPr sz="3450" b="1">
                <a:solidFill>
                  <a:srgbClr val="F2F6F8"/>
                </a:solidFill>
                <a:latin typeface="Segoe UI"/>
                <a:ea typeface="Segoe UI"/>
                <a:cs typeface="Segoe UI"/>
              </a:defRPr>
            </a:lvl3pPr>
            <a:lvl4pPr algn="l">
              <a:defRPr sz="3450" b="1">
                <a:solidFill>
                  <a:srgbClr val="F2F6F8"/>
                </a:solidFill>
                <a:latin typeface="Segoe UI"/>
                <a:ea typeface="Segoe UI"/>
                <a:cs typeface="Segoe UI"/>
              </a:defRPr>
            </a:lvl4pPr>
            <a:lvl5pPr algn="l">
              <a:defRPr sz="3450" b="1">
                <a:solidFill>
                  <a:srgbClr val="F2F6F8"/>
                </a:solidFill>
                <a:latin typeface="Segoe UI"/>
                <a:ea typeface="Segoe UI"/>
                <a:cs typeface="Segoe UI"/>
              </a:defRPr>
            </a:lvl5pPr>
            <a:lvl6pPr algn="l">
              <a:defRPr sz="3450" b="1">
                <a:solidFill>
                  <a:srgbClr val="F2F6F8"/>
                </a:solidFill>
                <a:latin typeface="Segoe UI"/>
                <a:ea typeface="Segoe UI"/>
                <a:cs typeface="Segoe UI"/>
              </a:defRPr>
            </a:lvl6pPr>
            <a:lvl7pPr algn="l">
              <a:defRPr sz="3450" b="1">
                <a:solidFill>
                  <a:srgbClr val="F2F6F8"/>
                </a:solidFill>
                <a:latin typeface="Segoe UI"/>
                <a:ea typeface="Segoe UI"/>
                <a:cs typeface="Segoe UI"/>
              </a:defRPr>
            </a:lvl7pPr>
            <a:lvl8pPr algn="l">
              <a:defRPr sz="3450" b="1">
                <a:solidFill>
                  <a:srgbClr val="F2F6F8"/>
                </a:solidFill>
                <a:latin typeface="Segoe UI"/>
                <a:ea typeface="Segoe UI"/>
                <a:cs typeface="Segoe UI"/>
              </a:defRPr>
            </a:lvl8pPr>
            <a:lvl9pPr algn="l">
              <a:defRPr sz="3450" b="1">
                <a:solidFill>
                  <a:srgbClr val="F2F6F8"/>
                </a:solidFill>
                <a:latin typeface="Segoe UI"/>
                <a:ea typeface="Segoe UI"/>
                <a:cs typeface="Segoe UI"/>
              </a:defRPr>
            </a:lvl9pPr>
          </a:lstStyle>
          <a:p xmlns:a="http://schemas.openxmlformats.org/drawingml/2006/main">
            <a:pPr algn="l">
              <a:defRPr sz="3450" b="1">
                <a:solidFill>
                  <a:srgbClr val="F2F6F8"/>
                </a:solidFill>
                <a:latin typeface="Segoe UI"/>
                <a:ea typeface="Segoe UI"/>
                <a:cs typeface="Segoe UI"/>
              </a:defRPr>
            </a:pPr>
            <a:r>
              <a:rPr sz="3450" b="1">
                <a:solidFill>
                  <a:srgbClr val="F2F6F8"/>
                </a:solidFill>
                <a:latin typeface="Segoe UI"/>
                <a:ea typeface="Segoe UI"/>
                <a:cs typeface="Segoe UI"/>
              </a:rPr>
              <a:t>Frame the problem.</a:t>
            </a:r>
          </a:p>
          <a:p xmlns:a="http://schemas.openxmlformats.org/drawingml/2006/main">
            <a:pPr algn="l">
              <a:defRPr sz="3450" b="1">
                <a:solidFill>
                  <a:srgbClr val="F2F6F8"/>
                </a:solidFill>
                <a:latin typeface="Segoe UI"/>
                <a:ea typeface="Segoe UI"/>
                <a:cs typeface="Segoe UI"/>
              </a:defRPr>
            </a:pPr>
            <a:r>
              <a:rPr sz="3450" b="1">
                <a:solidFill>
                  <a:srgbClr val="F2F6F8"/>
                </a:solidFill>
                <a:latin typeface="Segoe UI"/>
                <a:ea typeface="Segoe UI"/>
                <a:cs typeface="Segoe UI"/>
              </a:rPr>
              <a:t>Challenge the evidence.</a:t>
            </a:r>
          </a:p>
          <a:p xmlns:a="http://schemas.openxmlformats.org/drawingml/2006/main">
            <a:pPr algn="l">
              <a:defRPr sz="3450" b="1">
                <a:solidFill>
                  <a:srgbClr val="F2F6F8"/>
                </a:solidFill>
                <a:latin typeface="Segoe UI"/>
                <a:ea typeface="Segoe UI"/>
                <a:cs typeface="Segoe UI"/>
              </a:defRPr>
            </a:pPr>
            <a:r>
              <a:rPr sz="3450" b="1">
                <a:solidFill>
                  <a:srgbClr val="F2F6F8"/>
                </a:solidFill>
                <a:latin typeface="Segoe UI"/>
                <a:ea typeface="Segoe UI"/>
                <a:cs typeface="Segoe UI"/>
              </a:rPr>
              <a:t>Decide what to accept.</a:t>
            </a:r>
          </a:p>
        </p:txBody>
      </p:sp>
      <p:sp>
        <p:nvSpPr>
          <p:cNvPr id="7" name="text-172">
            <a:extLst xmlns:a="http://schemas.openxmlformats.org/drawingml/2006/main">
              <a:ext uri="{FF2B5EF4-FFF2-40B4-BE49-F238E27FC236}">
                <a16:creationId xmlns:a16="http://schemas.microsoft.com/office/drawing/2014/main" id="{8D650D7E-C7CA-4B6C-BD31-59A95E35E328}"/>
              </a:ext>
            </a:extLst>
          </p:cNvPr>
          <p:cNvSpPr>
            <a:spLocks xmlns:a="http://schemas.openxmlformats.org/drawingml/2006/main" noGrp="1"/>
          </p:cNvSpPr>
          <p:nvPr/>
        </p:nvSpPr>
        <p:spPr>
          <a:xfrm xmlns:a="http://schemas.openxmlformats.org/drawingml/2006/main">
            <a:off x="609600" y="4600575"/>
            <a:ext cx="6191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BBC9D1"/>
                </a:solidFill>
                <a:latin typeface="Segoe UI"/>
                <a:ea typeface="Segoe UI"/>
                <a:cs typeface="Segoe UI"/>
              </a:defRPr>
            </a:defPPr>
            <a:lvl1pPr algn="l">
              <a:defRPr sz="2175" b="0">
                <a:solidFill>
                  <a:srgbClr val="BBC9D1"/>
                </a:solidFill>
                <a:latin typeface="Segoe UI"/>
                <a:ea typeface="Segoe UI"/>
                <a:cs typeface="Segoe UI"/>
              </a:defRPr>
            </a:lvl1pPr>
            <a:lvl2pPr algn="l">
              <a:defRPr sz="2175" b="0">
                <a:solidFill>
                  <a:srgbClr val="BBC9D1"/>
                </a:solidFill>
                <a:latin typeface="Segoe UI"/>
                <a:ea typeface="Segoe UI"/>
                <a:cs typeface="Segoe UI"/>
              </a:defRPr>
            </a:lvl2pPr>
            <a:lvl3pPr algn="l">
              <a:defRPr sz="2175" b="0">
                <a:solidFill>
                  <a:srgbClr val="BBC9D1"/>
                </a:solidFill>
                <a:latin typeface="Segoe UI"/>
                <a:ea typeface="Segoe UI"/>
                <a:cs typeface="Segoe UI"/>
              </a:defRPr>
            </a:lvl3pPr>
            <a:lvl4pPr algn="l">
              <a:defRPr sz="2175" b="0">
                <a:solidFill>
                  <a:srgbClr val="BBC9D1"/>
                </a:solidFill>
                <a:latin typeface="Segoe UI"/>
                <a:ea typeface="Segoe UI"/>
                <a:cs typeface="Segoe UI"/>
              </a:defRPr>
            </a:lvl4pPr>
            <a:lvl5pPr algn="l">
              <a:defRPr sz="2175" b="0">
                <a:solidFill>
                  <a:srgbClr val="BBC9D1"/>
                </a:solidFill>
                <a:latin typeface="Segoe UI"/>
                <a:ea typeface="Segoe UI"/>
                <a:cs typeface="Segoe UI"/>
              </a:defRPr>
            </a:lvl5pPr>
            <a:lvl6pPr algn="l">
              <a:defRPr sz="2175" b="0">
                <a:solidFill>
                  <a:srgbClr val="BBC9D1"/>
                </a:solidFill>
                <a:latin typeface="Segoe UI"/>
                <a:ea typeface="Segoe UI"/>
                <a:cs typeface="Segoe UI"/>
              </a:defRPr>
            </a:lvl6pPr>
            <a:lvl7pPr algn="l">
              <a:defRPr sz="2175" b="0">
                <a:solidFill>
                  <a:srgbClr val="BBC9D1"/>
                </a:solidFill>
                <a:latin typeface="Segoe UI"/>
                <a:ea typeface="Segoe UI"/>
                <a:cs typeface="Segoe UI"/>
              </a:defRPr>
            </a:lvl7pPr>
            <a:lvl8pPr algn="l">
              <a:defRPr sz="2175" b="0">
                <a:solidFill>
                  <a:srgbClr val="BBC9D1"/>
                </a:solidFill>
                <a:latin typeface="Segoe UI"/>
                <a:ea typeface="Segoe UI"/>
                <a:cs typeface="Segoe UI"/>
              </a:defRPr>
            </a:lvl8pPr>
            <a:lvl9pPr algn="l">
              <a:defRPr sz="2175" b="0">
                <a:solidFill>
                  <a:srgbClr val="BBC9D1"/>
                </a:solidFill>
                <a:latin typeface="Segoe UI"/>
                <a:ea typeface="Segoe UI"/>
                <a:cs typeface="Segoe UI"/>
              </a:defRPr>
            </a:lvl9pPr>
          </a:lstStyle>
          <a:p xmlns:a="http://schemas.openxmlformats.org/drawingml/2006/main">
            <a:pPr algn="l">
              <a:defRPr sz="2175" b="0">
                <a:solidFill>
                  <a:srgbClr val="BBC9D1"/>
                </a:solidFill>
                <a:latin typeface="Segoe UI"/>
                <a:ea typeface="Segoe UI"/>
                <a:cs typeface="Segoe UI"/>
              </a:defRPr>
            </a:pPr>
            <a:r>
              <a:rPr sz="2175" b="0">
                <a:solidFill>
                  <a:srgbClr val="BBC9D1"/>
                </a:solidFill>
                <a:latin typeface="Segoe UI"/>
                <a:ea typeface="Segoe UI"/>
                <a:cs typeface="Segoe UI"/>
              </a:rPr>
              <a:t>Matias set direction, requirements,</a:t>
            </a:r>
          </a:p>
          <a:p xmlns:a="http://schemas.openxmlformats.org/drawingml/2006/main">
            <a:pPr algn="l">
              <a:defRPr sz="2175" b="0">
                <a:solidFill>
                  <a:srgbClr val="BBC9D1"/>
                </a:solidFill>
                <a:latin typeface="Segoe UI"/>
                <a:ea typeface="Segoe UI"/>
                <a:cs typeface="Segoe UI"/>
              </a:defRPr>
            </a:pPr>
            <a:r>
              <a:rPr sz="2175" b="0">
                <a:solidFill>
                  <a:srgbClr val="BBC9D1"/>
                </a:solidFill>
                <a:latin typeface="Segoe UI"/>
                <a:ea typeface="Segoe UI"/>
                <a:cs typeface="Segoe UI"/>
              </a:rPr>
              <a:t>review priorities, and acceptance decisions.</a:t>
            </a:r>
          </a:p>
        </p:txBody>
      </p:sp>
      <p:sp>
        <p:nvSpPr>
          <p:cNvPr id="8" name="text-173">
            <a:extLst xmlns:a="http://schemas.openxmlformats.org/drawingml/2006/main">
              <a:ext uri="{FF2B5EF4-FFF2-40B4-BE49-F238E27FC236}">
                <a16:creationId xmlns:a16="http://schemas.microsoft.com/office/drawing/2014/main" id="{7A06C6A5-E2F5-4A3B-9E48-8024C5CF9375}"/>
              </a:ext>
            </a:extLst>
          </p:cNvPr>
          <p:cNvSpPr>
            <a:spLocks xmlns:a="http://schemas.openxmlformats.org/drawingml/2006/main" noGrp="1"/>
          </p:cNvSpPr>
          <p:nvPr/>
        </p:nvSpPr>
        <p:spPr>
          <a:xfrm xmlns:a="http://schemas.openxmlformats.org/drawingml/2006/main">
            <a:off x="609600" y="5657850"/>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BBC9D1"/>
                </a:solidFill>
                <a:latin typeface="Segoe UI"/>
                <a:ea typeface="Segoe UI"/>
                <a:cs typeface="Segoe UI"/>
              </a:defRPr>
            </a:defPPr>
            <a:lvl1pPr algn="l">
              <a:defRPr sz="1650" b="0">
                <a:solidFill>
                  <a:srgbClr val="BBC9D1"/>
                </a:solidFill>
                <a:latin typeface="Segoe UI"/>
                <a:ea typeface="Segoe UI"/>
                <a:cs typeface="Segoe UI"/>
              </a:defRPr>
            </a:lvl1pPr>
            <a:lvl2pPr algn="l">
              <a:defRPr sz="1650" b="0">
                <a:solidFill>
                  <a:srgbClr val="BBC9D1"/>
                </a:solidFill>
                <a:latin typeface="Segoe UI"/>
                <a:ea typeface="Segoe UI"/>
                <a:cs typeface="Segoe UI"/>
              </a:defRPr>
            </a:lvl2pPr>
            <a:lvl3pPr algn="l">
              <a:defRPr sz="1650" b="0">
                <a:solidFill>
                  <a:srgbClr val="BBC9D1"/>
                </a:solidFill>
                <a:latin typeface="Segoe UI"/>
                <a:ea typeface="Segoe UI"/>
                <a:cs typeface="Segoe UI"/>
              </a:defRPr>
            </a:lvl3pPr>
            <a:lvl4pPr algn="l">
              <a:defRPr sz="1650" b="0">
                <a:solidFill>
                  <a:srgbClr val="BBC9D1"/>
                </a:solidFill>
                <a:latin typeface="Segoe UI"/>
                <a:ea typeface="Segoe UI"/>
                <a:cs typeface="Segoe UI"/>
              </a:defRPr>
            </a:lvl4pPr>
            <a:lvl5pPr algn="l">
              <a:defRPr sz="1650" b="0">
                <a:solidFill>
                  <a:srgbClr val="BBC9D1"/>
                </a:solidFill>
                <a:latin typeface="Segoe UI"/>
                <a:ea typeface="Segoe UI"/>
                <a:cs typeface="Segoe UI"/>
              </a:defRPr>
            </a:lvl5pPr>
            <a:lvl6pPr algn="l">
              <a:defRPr sz="1650" b="0">
                <a:solidFill>
                  <a:srgbClr val="BBC9D1"/>
                </a:solidFill>
                <a:latin typeface="Segoe UI"/>
                <a:ea typeface="Segoe UI"/>
                <a:cs typeface="Segoe UI"/>
              </a:defRPr>
            </a:lvl6pPr>
            <a:lvl7pPr algn="l">
              <a:defRPr sz="1650" b="0">
                <a:solidFill>
                  <a:srgbClr val="BBC9D1"/>
                </a:solidFill>
                <a:latin typeface="Segoe UI"/>
                <a:ea typeface="Segoe UI"/>
                <a:cs typeface="Segoe UI"/>
              </a:defRPr>
            </a:lvl7pPr>
            <a:lvl8pPr algn="l">
              <a:defRPr sz="1650" b="0">
                <a:solidFill>
                  <a:srgbClr val="BBC9D1"/>
                </a:solidFill>
                <a:latin typeface="Segoe UI"/>
                <a:ea typeface="Segoe UI"/>
                <a:cs typeface="Segoe UI"/>
              </a:defRPr>
            </a:lvl8pPr>
            <a:lvl9pPr algn="l">
              <a:defRPr sz="1650" b="0">
                <a:solidFill>
                  <a:srgbClr val="BBC9D1"/>
                </a:solidFill>
                <a:latin typeface="Segoe UI"/>
                <a:ea typeface="Segoe UI"/>
                <a:cs typeface="Segoe UI"/>
              </a:defRPr>
            </a:lvl9pPr>
          </a:lstStyle>
          <a:p xmlns:a="http://schemas.openxmlformats.org/drawingml/2006/main">
            <a:pPr algn="l">
              <a:defRPr sz="1650" b="0">
                <a:solidFill>
                  <a:srgbClr val="BBC9D1"/>
                </a:solidFill>
                <a:latin typeface="Segoe UI"/>
                <a:ea typeface="Segoe UI"/>
                <a:cs typeface="Segoe UI"/>
              </a:defRPr>
            </a:pPr>
            <a:r>
              <a:rPr sz="1650" b="0">
                <a:solidFill>
                  <a:srgbClr val="BBC9D1"/>
                </a:solidFill>
                <a:latin typeface="Segoe UI"/>
                <a:ea typeface="Segoe UI"/>
                <a:cs typeface="Segoe UI"/>
              </a:rPr>
              <a:t>Extensive AI collaboration in architecture,</a:t>
            </a:r>
          </a:p>
          <a:p xmlns:a="http://schemas.openxmlformats.org/drawingml/2006/main">
            <a:pPr algn="l">
              <a:defRPr sz="1650" b="0">
                <a:solidFill>
                  <a:srgbClr val="BBC9D1"/>
                </a:solidFill>
                <a:latin typeface="Segoe UI"/>
                <a:ea typeface="Segoe UI"/>
                <a:cs typeface="Segoe UI"/>
              </a:defRPr>
            </a:pPr>
            <a:r>
              <a:rPr sz="1650" b="0">
                <a:solidFill>
                  <a:srgbClr val="BBC9D1"/>
                </a:solidFill>
                <a:latin typeface="Segoe UI"/>
                <a:ea typeface="Segoe UI"/>
                <a:cs typeface="Segoe UI"/>
              </a:rPr>
              <a:t>implementation, investigation, testing, and review.</a:t>
            </a:r>
          </a:p>
        </p:txBody>
      </p:sp>
      <p:sp>
        <p:nvSpPr>
          <p:cNvPr id="9" name="shape-174">
            <a:extLst xmlns:a="http://schemas.openxmlformats.org/drawingml/2006/main">
              <a:ext uri="{FF2B5EF4-FFF2-40B4-BE49-F238E27FC236}">
                <a16:creationId xmlns:a16="http://schemas.microsoft.com/office/drawing/2014/main" id="{10D6FDCD-785F-4F7C-B99D-E0F017077C24}"/>
              </a:ext>
            </a:extLst>
          </p:cNvPr>
          <p:cNvSpPr>
            <a:spLocks xmlns:a="http://schemas.openxmlformats.org/drawingml/2006/main" noGrp="1"/>
          </p:cNvSpPr>
          <p:nvPr/>
        </p:nvSpPr>
        <p:spPr>
          <a:xfrm xmlns:a="http://schemas.openxmlformats.org/drawingml/2006/main">
            <a:off x="7267575" y="1762125"/>
            <a:ext cx="9525" cy="4381500"/>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10" name="text-175">
            <a:extLst xmlns:a="http://schemas.openxmlformats.org/drawingml/2006/main">
              <a:ext uri="{FF2B5EF4-FFF2-40B4-BE49-F238E27FC236}">
                <a16:creationId xmlns:a16="http://schemas.microsoft.com/office/drawing/2014/main" id="{12D1E08F-6086-427C-8075-1B43A9B5EC0E}"/>
              </a:ext>
            </a:extLst>
          </p:cNvPr>
          <p:cNvSpPr>
            <a:spLocks xmlns:a="http://schemas.openxmlformats.org/drawingml/2006/main" noGrp="1"/>
          </p:cNvSpPr>
          <p:nvPr/>
        </p:nvSpPr>
        <p:spPr>
          <a:xfrm xmlns:a="http://schemas.openxmlformats.org/drawingml/2006/main">
            <a:off x="7715250" y="1771650"/>
            <a:ext cx="3867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1C27B"/>
                </a:solidFill>
                <a:latin typeface="Segoe UI"/>
                <a:ea typeface="Segoe UI"/>
                <a:cs typeface="Segoe UI"/>
              </a:defRPr>
            </a:defPPr>
            <a:lvl1pPr algn="l">
              <a:defRPr sz="1350" b="1">
                <a:solidFill>
                  <a:srgbClr val="F1C27B"/>
                </a:solidFill>
                <a:latin typeface="Segoe UI"/>
                <a:ea typeface="Segoe UI"/>
                <a:cs typeface="Segoe UI"/>
              </a:defRPr>
            </a:lvl1pPr>
            <a:lvl2pPr algn="l">
              <a:defRPr sz="1350" b="1">
                <a:solidFill>
                  <a:srgbClr val="F1C27B"/>
                </a:solidFill>
                <a:latin typeface="Segoe UI"/>
                <a:ea typeface="Segoe UI"/>
                <a:cs typeface="Segoe UI"/>
              </a:defRPr>
            </a:lvl2pPr>
            <a:lvl3pPr algn="l">
              <a:defRPr sz="1350" b="1">
                <a:solidFill>
                  <a:srgbClr val="F1C27B"/>
                </a:solidFill>
                <a:latin typeface="Segoe UI"/>
                <a:ea typeface="Segoe UI"/>
                <a:cs typeface="Segoe UI"/>
              </a:defRPr>
            </a:lvl3pPr>
            <a:lvl4pPr algn="l">
              <a:defRPr sz="1350" b="1">
                <a:solidFill>
                  <a:srgbClr val="F1C27B"/>
                </a:solidFill>
                <a:latin typeface="Segoe UI"/>
                <a:ea typeface="Segoe UI"/>
                <a:cs typeface="Segoe UI"/>
              </a:defRPr>
            </a:lvl4pPr>
            <a:lvl5pPr algn="l">
              <a:defRPr sz="1350" b="1">
                <a:solidFill>
                  <a:srgbClr val="F1C27B"/>
                </a:solidFill>
                <a:latin typeface="Segoe UI"/>
                <a:ea typeface="Segoe UI"/>
                <a:cs typeface="Segoe UI"/>
              </a:defRPr>
            </a:lvl5pPr>
            <a:lvl6pPr algn="l">
              <a:defRPr sz="1350" b="1">
                <a:solidFill>
                  <a:srgbClr val="F1C27B"/>
                </a:solidFill>
                <a:latin typeface="Segoe UI"/>
                <a:ea typeface="Segoe UI"/>
                <a:cs typeface="Segoe UI"/>
              </a:defRPr>
            </a:lvl6pPr>
            <a:lvl7pPr algn="l">
              <a:defRPr sz="1350" b="1">
                <a:solidFill>
                  <a:srgbClr val="F1C27B"/>
                </a:solidFill>
                <a:latin typeface="Segoe UI"/>
                <a:ea typeface="Segoe UI"/>
                <a:cs typeface="Segoe UI"/>
              </a:defRPr>
            </a:lvl7pPr>
            <a:lvl8pPr algn="l">
              <a:defRPr sz="1350" b="1">
                <a:solidFill>
                  <a:srgbClr val="F1C27B"/>
                </a:solidFill>
                <a:latin typeface="Segoe UI"/>
                <a:ea typeface="Segoe UI"/>
                <a:cs typeface="Segoe UI"/>
              </a:defRPr>
            </a:lvl8pPr>
            <a:lvl9pPr algn="l">
              <a:defRPr sz="1350" b="1">
                <a:solidFill>
                  <a:srgbClr val="F1C27B"/>
                </a:solidFill>
                <a:latin typeface="Segoe UI"/>
                <a:ea typeface="Segoe UI"/>
                <a:cs typeface="Segoe UI"/>
              </a:defRPr>
            </a:lvl9pPr>
          </a:lstStyle>
          <a:p xmlns:a="http://schemas.openxmlformats.org/drawingml/2006/main">
            <a:pPr algn="l">
              <a:defRPr sz="1350" b="1">
                <a:solidFill>
                  <a:srgbClr val="F1C27B"/>
                </a:solidFill>
                <a:latin typeface="Segoe UI"/>
                <a:ea typeface="Segoe UI"/>
                <a:cs typeface="Segoe UI"/>
              </a:defRPr>
            </a:pPr>
            <a:r>
              <a:rPr sz="1350" b="1">
                <a:solidFill>
                  <a:srgbClr val="F1C27B"/>
                </a:solidFill>
                <a:latin typeface="Segoe UI"/>
                <a:ea typeface="Segoe UI"/>
                <a:cs typeface="Segoe UI"/>
              </a:rPr>
              <a:t>TRANSFERABLE LESSONS</a:t>
            </a:r>
          </a:p>
        </p:txBody>
      </p:sp>
      <p:sp>
        <p:nvSpPr>
          <p:cNvPr id="11" name="text-176">
            <a:extLst xmlns:a="http://schemas.openxmlformats.org/drawingml/2006/main">
              <a:ext uri="{FF2B5EF4-FFF2-40B4-BE49-F238E27FC236}">
                <a16:creationId xmlns:a16="http://schemas.microsoft.com/office/drawing/2014/main" id="{6FE96140-DFBA-412D-8C84-60F67A9D7C95}"/>
              </a:ext>
            </a:extLst>
          </p:cNvPr>
          <p:cNvSpPr>
            <a:spLocks xmlns:a="http://schemas.openxmlformats.org/drawingml/2006/main" noGrp="1"/>
          </p:cNvSpPr>
          <p:nvPr/>
        </p:nvSpPr>
        <p:spPr>
          <a:xfrm xmlns:a="http://schemas.openxmlformats.org/drawingml/2006/main">
            <a:off x="7715250" y="2228850"/>
            <a:ext cx="3867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F2F6F8"/>
                </a:solidFill>
                <a:latin typeface="Segoe UI"/>
                <a:ea typeface="Segoe UI"/>
                <a:cs typeface="Segoe UI"/>
              </a:defRPr>
            </a:defPPr>
            <a:lvl1pPr algn="l">
              <a:defRPr sz="2250" b="1">
                <a:solidFill>
                  <a:srgbClr val="F2F6F8"/>
                </a:solidFill>
                <a:latin typeface="Segoe UI"/>
                <a:ea typeface="Segoe UI"/>
                <a:cs typeface="Segoe UI"/>
              </a:defRPr>
            </a:lvl1pPr>
            <a:lvl2pPr algn="l">
              <a:defRPr sz="2250" b="1">
                <a:solidFill>
                  <a:srgbClr val="F2F6F8"/>
                </a:solidFill>
                <a:latin typeface="Segoe UI"/>
                <a:ea typeface="Segoe UI"/>
                <a:cs typeface="Segoe UI"/>
              </a:defRPr>
            </a:lvl2pPr>
            <a:lvl3pPr algn="l">
              <a:defRPr sz="2250" b="1">
                <a:solidFill>
                  <a:srgbClr val="F2F6F8"/>
                </a:solidFill>
                <a:latin typeface="Segoe UI"/>
                <a:ea typeface="Segoe UI"/>
                <a:cs typeface="Segoe UI"/>
              </a:defRPr>
            </a:lvl3pPr>
            <a:lvl4pPr algn="l">
              <a:defRPr sz="2250" b="1">
                <a:solidFill>
                  <a:srgbClr val="F2F6F8"/>
                </a:solidFill>
                <a:latin typeface="Segoe UI"/>
                <a:ea typeface="Segoe UI"/>
                <a:cs typeface="Segoe UI"/>
              </a:defRPr>
            </a:lvl4pPr>
            <a:lvl5pPr algn="l">
              <a:defRPr sz="2250" b="1">
                <a:solidFill>
                  <a:srgbClr val="F2F6F8"/>
                </a:solidFill>
                <a:latin typeface="Segoe UI"/>
                <a:ea typeface="Segoe UI"/>
                <a:cs typeface="Segoe UI"/>
              </a:defRPr>
            </a:lvl5pPr>
            <a:lvl6pPr algn="l">
              <a:defRPr sz="2250" b="1">
                <a:solidFill>
                  <a:srgbClr val="F2F6F8"/>
                </a:solidFill>
                <a:latin typeface="Segoe UI"/>
                <a:ea typeface="Segoe UI"/>
                <a:cs typeface="Segoe UI"/>
              </a:defRPr>
            </a:lvl6pPr>
            <a:lvl7pPr algn="l">
              <a:defRPr sz="2250" b="1">
                <a:solidFill>
                  <a:srgbClr val="F2F6F8"/>
                </a:solidFill>
                <a:latin typeface="Segoe UI"/>
                <a:ea typeface="Segoe UI"/>
                <a:cs typeface="Segoe UI"/>
              </a:defRPr>
            </a:lvl7pPr>
            <a:lvl8pPr algn="l">
              <a:defRPr sz="2250" b="1">
                <a:solidFill>
                  <a:srgbClr val="F2F6F8"/>
                </a:solidFill>
                <a:latin typeface="Segoe UI"/>
                <a:ea typeface="Segoe UI"/>
                <a:cs typeface="Segoe UI"/>
              </a:defRPr>
            </a:lvl8pPr>
            <a:lvl9pPr algn="l">
              <a:defRPr sz="2250" b="1">
                <a:solidFill>
                  <a:srgbClr val="F2F6F8"/>
                </a:solidFill>
                <a:latin typeface="Segoe UI"/>
                <a:ea typeface="Segoe UI"/>
                <a:cs typeface="Segoe UI"/>
              </a:defRPr>
            </a:lvl9pPr>
          </a:lstStyle>
          <a:p xmlns:a="http://schemas.openxmlformats.org/drawingml/2006/main">
            <a:pPr algn="l">
              <a:defRPr sz="2250" b="1">
                <a:solidFill>
                  <a:srgbClr val="F2F6F8"/>
                </a:solidFill>
                <a:latin typeface="Segoe UI"/>
                <a:ea typeface="Segoe UI"/>
                <a:cs typeface="Segoe UI"/>
              </a:defRPr>
            </a:pPr>
            <a:r>
              <a:rPr sz="2250" b="1">
                <a:solidFill>
                  <a:srgbClr val="F2F6F8"/>
                </a:solidFill>
                <a:latin typeface="Segoe UI"/>
                <a:ea typeface="Segoe UI"/>
                <a:cs typeface="Segoe UI"/>
              </a:rPr>
              <a:t>Evidence semantics shape</a:t>
            </a:r>
          </a:p>
          <a:p xmlns:a="http://schemas.openxmlformats.org/drawingml/2006/main">
            <a:pPr algn="l">
              <a:defRPr sz="2250" b="1">
                <a:solidFill>
                  <a:srgbClr val="F2F6F8"/>
                </a:solidFill>
                <a:latin typeface="Segoe UI"/>
                <a:ea typeface="Segoe UI"/>
                <a:cs typeface="Segoe UI"/>
              </a:defRPr>
            </a:pPr>
            <a:r>
              <a:rPr sz="2250" b="1">
                <a:solidFill>
                  <a:srgbClr val="F2F6F8"/>
                </a:solidFill>
                <a:latin typeface="Segoe UI"/>
                <a:ea typeface="Segoe UI"/>
                <a:cs typeface="Segoe UI"/>
              </a:rPr>
              <a:t>what a gate can enforce.</a:t>
            </a:r>
          </a:p>
        </p:txBody>
      </p:sp>
      <p:sp>
        <p:nvSpPr>
          <p:cNvPr id="12" name="text-177">
            <a:extLst xmlns:a="http://schemas.openxmlformats.org/drawingml/2006/main">
              <a:ext uri="{FF2B5EF4-FFF2-40B4-BE49-F238E27FC236}">
                <a16:creationId xmlns:a16="http://schemas.microsoft.com/office/drawing/2014/main" id="{D29BD81D-D851-4DFE-B110-409BD7933E38}"/>
              </a:ext>
            </a:extLst>
          </p:cNvPr>
          <p:cNvSpPr>
            <a:spLocks xmlns:a="http://schemas.openxmlformats.org/drawingml/2006/main" noGrp="1"/>
          </p:cNvSpPr>
          <p:nvPr/>
        </p:nvSpPr>
        <p:spPr>
          <a:xfrm xmlns:a="http://schemas.openxmlformats.org/drawingml/2006/main">
            <a:off x="7715250" y="3305175"/>
            <a:ext cx="3867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F2F6F8"/>
                </a:solidFill>
                <a:latin typeface="Segoe UI"/>
                <a:ea typeface="Segoe UI"/>
                <a:cs typeface="Segoe UI"/>
              </a:defRPr>
            </a:defPPr>
            <a:lvl1pPr algn="l">
              <a:defRPr sz="2250" b="1">
                <a:solidFill>
                  <a:srgbClr val="F2F6F8"/>
                </a:solidFill>
                <a:latin typeface="Segoe UI"/>
                <a:ea typeface="Segoe UI"/>
                <a:cs typeface="Segoe UI"/>
              </a:defRPr>
            </a:lvl1pPr>
            <a:lvl2pPr algn="l">
              <a:defRPr sz="2250" b="1">
                <a:solidFill>
                  <a:srgbClr val="F2F6F8"/>
                </a:solidFill>
                <a:latin typeface="Segoe UI"/>
                <a:ea typeface="Segoe UI"/>
                <a:cs typeface="Segoe UI"/>
              </a:defRPr>
            </a:lvl2pPr>
            <a:lvl3pPr algn="l">
              <a:defRPr sz="2250" b="1">
                <a:solidFill>
                  <a:srgbClr val="F2F6F8"/>
                </a:solidFill>
                <a:latin typeface="Segoe UI"/>
                <a:ea typeface="Segoe UI"/>
                <a:cs typeface="Segoe UI"/>
              </a:defRPr>
            </a:lvl3pPr>
            <a:lvl4pPr algn="l">
              <a:defRPr sz="2250" b="1">
                <a:solidFill>
                  <a:srgbClr val="F2F6F8"/>
                </a:solidFill>
                <a:latin typeface="Segoe UI"/>
                <a:ea typeface="Segoe UI"/>
                <a:cs typeface="Segoe UI"/>
              </a:defRPr>
            </a:lvl4pPr>
            <a:lvl5pPr algn="l">
              <a:defRPr sz="2250" b="1">
                <a:solidFill>
                  <a:srgbClr val="F2F6F8"/>
                </a:solidFill>
                <a:latin typeface="Segoe UI"/>
                <a:ea typeface="Segoe UI"/>
                <a:cs typeface="Segoe UI"/>
              </a:defRPr>
            </a:lvl5pPr>
            <a:lvl6pPr algn="l">
              <a:defRPr sz="2250" b="1">
                <a:solidFill>
                  <a:srgbClr val="F2F6F8"/>
                </a:solidFill>
                <a:latin typeface="Segoe UI"/>
                <a:ea typeface="Segoe UI"/>
                <a:cs typeface="Segoe UI"/>
              </a:defRPr>
            </a:lvl6pPr>
            <a:lvl7pPr algn="l">
              <a:defRPr sz="2250" b="1">
                <a:solidFill>
                  <a:srgbClr val="F2F6F8"/>
                </a:solidFill>
                <a:latin typeface="Segoe UI"/>
                <a:ea typeface="Segoe UI"/>
                <a:cs typeface="Segoe UI"/>
              </a:defRPr>
            </a:lvl7pPr>
            <a:lvl8pPr algn="l">
              <a:defRPr sz="2250" b="1">
                <a:solidFill>
                  <a:srgbClr val="F2F6F8"/>
                </a:solidFill>
                <a:latin typeface="Segoe UI"/>
                <a:ea typeface="Segoe UI"/>
                <a:cs typeface="Segoe UI"/>
              </a:defRPr>
            </a:lvl8pPr>
            <a:lvl9pPr algn="l">
              <a:defRPr sz="2250" b="1">
                <a:solidFill>
                  <a:srgbClr val="F2F6F8"/>
                </a:solidFill>
                <a:latin typeface="Segoe UI"/>
                <a:ea typeface="Segoe UI"/>
                <a:cs typeface="Segoe UI"/>
              </a:defRPr>
            </a:lvl9pPr>
          </a:lstStyle>
          <a:p xmlns:a="http://schemas.openxmlformats.org/drawingml/2006/main">
            <a:pPr algn="l">
              <a:defRPr sz="2250" b="1">
                <a:solidFill>
                  <a:srgbClr val="F2F6F8"/>
                </a:solidFill>
                <a:latin typeface="Segoe UI"/>
                <a:ea typeface="Segoe UI"/>
                <a:cs typeface="Segoe UI"/>
              </a:defRPr>
            </a:pPr>
            <a:r>
              <a:rPr sz="2250" b="1">
                <a:solidFill>
                  <a:srgbClr val="F2F6F8"/>
                </a:solidFill>
                <a:latin typeface="Segoe UI"/>
                <a:ea typeface="Segoe UI"/>
                <a:cs typeface="Segoe UI"/>
              </a:rPr>
              <a:t>Counterexamples belong</a:t>
            </a:r>
          </a:p>
          <a:p xmlns:a="http://schemas.openxmlformats.org/drawingml/2006/main">
            <a:pPr algn="l">
              <a:defRPr sz="2250" b="1">
                <a:solidFill>
                  <a:srgbClr val="F2F6F8"/>
                </a:solidFill>
                <a:latin typeface="Segoe UI"/>
                <a:ea typeface="Segoe UI"/>
                <a:cs typeface="Segoe UI"/>
              </a:defRPr>
            </a:pPr>
            <a:r>
              <a:rPr sz="2250" b="1">
                <a:solidFill>
                  <a:srgbClr val="F2F6F8"/>
                </a:solidFill>
                <a:latin typeface="Segoe UI"/>
                <a:ea typeface="Segoe UI"/>
                <a:cs typeface="Segoe UI"/>
              </a:rPr>
              <a:t>in regression tests.</a:t>
            </a:r>
          </a:p>
        </p:txBody>
      </p:sp>
      <p:sp>
        <p:nvSpPr>
          <p:cNvPr id="13" name="text-178">
            <a:extLst xmlns:a="http://schemas.openxmlformats.org/drawingml/2006/main">
              <a:ext uri="{FF2B5EF4-FFF2-40B4-BE49-F238E27FC236}">
                <a16:creationId xmlns:a16="http://schemas.microsoft.com/office/drawing/2014/main" id="{6D17C2D7-B438-4EB8-917F-1007A7BA760D}"/>
              </a:ext>
            </a:extLst>
          </p:cNvPr>
          <p:cNvSpPr>
            <a:spLocks xmlns:a="http://schemas.openxmlformats.org/drawingml/2006/main" noGrp="1"/>
          </p:cNvSpPr>
          <p:nvPr/>
        </p:nvSpPr>
        <p:spPr>
          <a:xfrm xmlns:a="http://schemas.openxmlformats.org/drawingml/2006/main">
            <a:off x="7715250" y="4381500"/>
            <a:ext cx="3867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F2F6F8"/>
                </a:solidFill>
                <a:latin typeface="Segoe UI"/>
                <a:ea typeface="Segoe UI"/>
                <a:cs typeface="Segoe UI"/>
              </a:defRPr>
            </a:defPPr>
            <a:lvl1pPr algn="l">
              <a:defRPr sz="2250" b="1">
                <a:solidFill>
                  <a:srgbClr val="F2F6F8"/>
                </a:solidFill>
                <a:latin typeface="Segoe UI"/>
                <a:ea typeface="Segoe UI"/>
                <a:cs typeface="Segoe UI"/>
              </a:defRPr>
            </a:lvl1pPr>
            <a:lvl2pPr algn="l">
              <a:defRPr sz="2250" b="1">
                <a:solidFill>
                  <a:srgbClr val="F2F6F8"/>
                </a:solidFill>
                <a:latin typeface="Segoe UI"/>
                <a:ea typeface="Segoe UI"/>
                <a:cs typeface="Segoe UI"/>
              </a:defRPr>
            </a:lvl2pPr>
            <a:lvl3pPr algn="l">
              <a:defRPr sz="2250" b="1">
                <a:solidFill>
                  <a:srgbClr val="F2F6F8"/>
                </a:solidFill>
                <a:latin typeface="Segoe UI"/>
                <a:ea typeface="Segoe UI"/>
                <a:cs typeface="Segoe UI"/>
              </a:defRPr>
            </a:lvl3pPr>
            <a:lvl4pPr algn="l">
              <a:defRPr sz="2250" b="1">
                <a:solidFill>
                  <a:srgbClr val="F2F6F8"/>
                </a:solidFill>
                <a:latin typeface="Segoe UI"/>
                <a:ea typeface="Segoe UI"/>
                <a:cs typeface="Segoe UI"/>
              </a:defRPr>
            </a:lvl4pPr>
            <a:lvl5pPr algn="l">
              <a:defRPr sz="2250" b="1">
                <a:solidFill>
                  <a:srgbClr val="F2F6F8"/>
                </a:solidFill>
                <a:latin typeface="Segoe UI"/>
                <a:ea typeface="Segoe UI"/>
                <a:cs typeface="Segoe UI"/>
              </a:defRPr>
            </a:lvl5pPr>
            <a:lvl6pPr algn="l">
              <a:defRPr sz="2250" b="1">
                <a:solidFill>
                  <a:srgbClr val="F2F6F8"/>
                </a:solidFill>
                <a:latin typeface="Segoe UI"/>
                <a:ea typeface="Segoe UI"/>
                <a:cs typeface="Segoe UI"/>
              </a:defRPr>
            </a:lvl6pPr>
            <a:lvl7pPr algn="l">
              <a:defRPr sz="2250" b="1">
                <a:solidFill>
                  <a:srgbClr val="F2F6F8"/>
                </a:solidFill>
                <a:latin typeface="Segoe UI"/>
                <a:ea typeface="Segoe UI"/>
                <a:cs typeface="Segoe UI"/>
              </a:defRPr>
            </a:lvl7pPr>
            <a:lvl8pPr algn="l">
              <a:defRPr sz="2250" b="1">
                <a:solidFill>
                  <a:srgbClr val="F2F6F8"/>
                </a:solidFill>
                <a:latin typeface="Segoe UI"/>
                <a:ea typeface="Segoe UI"/>
                <a:cs typeface="Segoe UI"/>
              </a:defRPr>
            </a:lvl8pPr>
            <a:lvl9pPr algn="l">
              <a:defRPr sz="2250" b="1">
                <a:solidFill>
                  <a:srgbClr val="F2F6F8"/>
                </a:solidFill>
                <a:latin typeface="Segoe UI"/>
                <a:ea typeface="Segoe UI"/>
                <a:cs typeface="Segoe UI"/>
              </a:defRPr>
            </a:lvl9pPr>
          </a:lstStyle>
          <a:p xmlns:a="http://schemas.openxmlformats.org/drawingml/2006/main">
            <a:pPr algn="l">
              <a:defRPr sz="2250" b="1">
                <a:solidFill>
                  <a:srgbClr val="F2F6F8"/>
                </a:solidFill>
                <a:latin typeface="Segoe UI"/>
                <a:ea typeface="Segoe UI"/>
                <a:cs typeface="Segoe UI"/>
              </a:defRPr>
            </a:pPr>
            <a:r>
              <a:rPr sz="2250" b="1">
                <a:solidFill>
                  <a:srgbClr val="F2F6F8"/>
                </a:solidFill>
                <a:latin typeface="Segoe UI"/>
                <a:ea typeface="Segoe UI"/>
                <a:cs typeface="Segoe UI"/>
              </a:rPr>
              <a:t>A narrower guarantee</a:t>
            </a:r>
          </a:p>
          <a:p xmlns:a="http://schemas.openxmlformats.org/drawingml/2006/main">
            <a:pPr algn="l">
              <a:defRPr sz="2250" b="1">
                <a:solidFill>
                  <a:srgbClr val="F2F6F8"/>
                </a:solidFill>
                <a:latin typeface="Segoe UI"/>
                <a:ea typeface="Segoe UI"/>
                <a:cs typeface="Segoe UI"/>
              </a:defRPr>
            </a:pPr>
            <a:r>
              <a:rPr sz="2250" b="1">
                <a:solidFill>
                  <a:srgbClr val="F2F6F8"/>
                </a:solidFill>
                <a:latin typeface="Segoe UI"/>
                <a:ea typeface="Segoe UI"/>
                <a:cs typeface="Segoe UI"/>
              </a:rPr>
              <a:t>can be the better design.</a:t>
            </a:r>
          </a:p>
        </p:txBody>
      </p:sp>
      <p:sp>
        <p:nvSpPr>
          <p:cNvPr id="14" name="shape-179">
            <a:extLst xmlns:a="http://schemas.openxmlformats.org/drawingml/2006/main">
              <a:ext uri="{FF2B5EF4-FFF2-40B4-BE49-F238E27FC236}">
                <a16:creationId xmlns:a16="http://schemas.microsoft.com/office/drawing/2014/main" id="{9563A819-7DB2-4066-9C5E-5A3ECDB7F003}"/>
              </a:ext>
            </a:extLst>
          </p:cNvPr>
          <p:cNvSpPr>
            <a:spLocks xmlns:a="http://schemas.openxmlformats.org/drawingml/2006/main" noGrp="1"/>
          </p:cNvSpPr>
          <p:nvPr/>
        </p:nvSpPr>
        <p:spPr>
          <a:xfrm xmlns:a="http://schemas.openxmlformats.org/drawingml/2006/main">
            <a:off x="7715250" y="5467350"/>
            <a:ext cx="3867150" cy="9525"/>
          </a:xfrm>
          <a:prstGeom xmlns:a="http://schemas.openxmlformats.org/drawingml/2006/main" prst="rect">
            <a:avLst/>
          </a:prstGeom>
          <a:solidFill xmlns:a="http://schemas.openxmlformats.org/drawingml/2006/main">
            <a:srgbClr val="3D515D"/>
          </a:solidFill>
          <a:ln xmlns:a="http://schemas.openxmlformats.org/drawingml/2006/main" w="0">
            <a:noFill/>
            <a:prstDash val="solid"/>
          </a:ln>
        </p:spPr>
      </p:sp>
      <p:sp>
        <p:nvSpPr>
          <p:cNvPr id="15" name="text-180">
            <a:extLst xmlns:a="http://schemas.openxmlformats.org/drawingml/2006/main">
              <a:ext uri="{FF2B5EF4-FFF2-40B4-BE49-F238E27FC236}">
                <a16:creationId xmlns:a16="http://schemas.microsoft.com/office/drawing/2014/main" id="{7297D12A-0CA1-4F08-AF11-EAEDE57FF9FD}"/>
              </a:ext>
            </a:extLst>
          </p:cNvPr>
          <p:cNvSpPr>
            <a:spLocks xmlns:a="http://schemas.openxmlformats.org/drawingml/2006/main" noGrp="1"/>
          </p:cNvSpPr>
          <p:nvPr/>
        </p:nvSpPr>
        <p:spPr>
          <a:xfrm xmlns:a="http://schemas.openxmlformats.org/drawingml/2006/main">
            <a:off x="7715250" y="5715000"/>
            <a:ext cx="3867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DE0CE"/>
                </a:solidFill>
                <a:latin typeface="Segoe UI"/>
                <a:ea typeface="Segoe UI"/>
                <a:cs typeface="Segoe UI"/>
              </a:defRPr>
            </a:defPPr>
            <a:lvl1pPr algn="l">
              <a:defRPr sz="1725" b="0">
                <a:solidFill>
                  <a:srgbClr val="6DE0CE"/>
                </a:solidFill>
                <a:latin typeface="Segoe UI"/>
                <a:ea typeface="Segoe UI"/>
                <a:cs typeface="Segoe UI"/>
              </a:defRPr>
            </a:lvl1pPr>
            <a:lvl2pPr algn="l">
              <a:defRPr sz="1725" b="0">
                <a:solidFill>
                  <a:srgbClr val="6DE0CE"/>
                </a:solidFill>
                <a:latin typeface="Segoe UI"/>
                <a:ea typeface="Segoe UI"/>
                <a:cs typeface="Segoe UI"/>
              </a:defRPr>
            </a:lvl2pPr>
            <a:lvl3pPr algn="l">
              <a:defRPr sz="1725" b="0">
                <a:solidFill>
                  <a:srgbClr val="6DE0CE"/>
                </a:solidFill>
                <a:latin typeface="Segoe UI"/>
                <a:ea typeface="Segoe UI"/>
                <a:cs typeface="Segoe UI"/>
              </a:defRPr>
            </a:lvl3pPr>
            <a:lvl4pPr algn="l">
              <a:defRPr sz="1725" b="0">
                <a:solidFill>
                  <a:srgbClr val="6DE0CE"/>
                </a:solidFill>
                <a:latin typeface="Segoe UI"/>
                <a:ea typeface="Segoe UI"/>
                <a:cs typeface="Segoe UI"/>
              </a:defRPr>
            </a:lvl4pPr>
            <a:lvl5pPr algn="l">
              <a:defRPr sz="1725" b="0">
                <a:solidFill>
                  <a:srgbClr val="6DE0CE"/>
                </a:solidFill>
                <a:latin typeface="Segoe UI"/>
                <a:ea typeface="Segoe UI"/>
                <a:cs typeface="Segoe UI"/>
              </a:defRPr>
            </a:lvl5pPr>
            <a:lvl6pPr algn="l">
              <a:defRPr sz="1725" b="0">
                <a:solidFill>
                  <a:srgbClr val="6DE0CE"/>
                </a:solidFill>
                <a:latin typeface="Segoe UI"/>
                <a:ea typeface="Segoe UI"/>
                <a:cs typeface="Segoe UI"/>
              </a:defRPr>
            </a:lvl6pPr>
            <a:lvl7pPr algn="l">
              <a:defRPr sz="1725" b="0">
                <a:solidFill>
                  <a:srgbClr val="6DE0CE"/>
                </a:solidFill>
                <a:latin typeface="Segoe UI"/>
                <a:ea typeface="Segoe UI"/>
                <a:cs typeface="Segoe UI"/>
              </a:defRPr>
            </a:lvl7pPr>
            <a:lvl8pPr algn="l">
              <a:defRPr sz="1725" b="0">
                <a:solidFill>
                  <a:srgbClr val="6DE0CE"/>
                </a:solidFill>
                <a:latin typeface="Segoe UI"/>
                <a:ea typeface="Segoe UI"/>
                <a:cs typeface="Segoe UI"/>
              </a:defRPr>
            </a:lvl8pPr>
            <a:lvl9pPr algn="l">
              <a:defRPr sz="1725" b="0">
                <a:solidFill>
                  <a:srgbClr val="6DE0CE"/>
                </a:solidFill>
                <a:latin typeface="Segoe UI"/>
                <a:ea typeface="Segoe UI"/>
                <a:cs typeface="Segoe UI"/>
              </a:defRPr>
            </a:lvl9pPr>
          </a:lstStyle>
          <a:p xmlns:a="http://schemas.openxmlformats.org/drawingml/2006/main">
            <a:pPr algn="l">
              <a:defRPr sz="1725" b="0">
                <a:solidFill>
                  <a:srgbClr val="6DE0CE"/>
                </a:solidFill>
                <a:latin typeface="Segoe UI"/>
                <a:ea typeface="Segoe UI"/>
                <a:cs typeface="Segoe UI"/>
              </a:defRPr>
            </a:pPr>
            <a:r>
              <a:rPr sz="1725" b="0">
                <a:solidFill>
                  <a:srgbClr val="6DE0CE"/>
                </a:solidFill>
                <a:latin typeface="Segoe UI"/>
                <a:ea typeface="Segoe UI"/>
                <a:cs typeface="Segoe UI"/>
              </a:rPr>
              <a:t>Possible next step: repeatable</a:t>
            </a:r>
          </a:p>
          <a:p xmlns:a="http://schemas.openxmlformats.org/drawingml/2006/main">
            <a:pPr algn="l">
              <a:defRPr sz="1725" b="0">
                <a:solidFill>
                  <a:srgbClr val="6DE0CE"/>
                </a:solidFill>
                <a:latin typeface="Segoe UI"/>
                <a:ea typeface="Segoe UI"/>
                <a:cs typeface="Segoe UI"/>
              </a:defRPr>
            </a:pPr>
            <a:r>
              <a:rPr sz="1725" b="0">
                <a:solidFill>
                  <a:srgbClr val="6DE0CE"/>
                </a:solidFill>
                <a:latin typeface="Segoe UI"/>
                <a:ea typeface="Segoe UI"/>
                <a:cs typeface="Segoe UI"/>
              </a:rPr>
              <a:t>console and backend validation.</a:t>
            </a:r>
          </a:p>
        </p:txBody>
      </p:sp>
    </p:spTree>
    <p:extLst>
      <p:ext uri="{BB962C8B-B14F-4D97-AF65-F5344CB8AC3E}">
        <p14:creationId xmlns:p14="http://schemas.microsoft.com/office/powerpoint/2010/main" val="1354234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2026-10-21T13:42:37.3590000Z</dcterms:created>
  <dcterms:modified xsi:type="dcterms:W3CDTF">2026-10-21T13:42:37.3590000Z</dcterms:modified>
</coreProperties>
</file>